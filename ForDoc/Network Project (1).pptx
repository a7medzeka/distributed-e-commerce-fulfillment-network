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Inter Bold" charset="1" panose="02000503000000020004"/>
      <p:regular r:id="rId25"/>
    </p:embeddedFont>
    <p:embeddedFont>
      <p:font typeface="Mokoto Glitch 1" charset="1" panose="00000000000000000000"/>
      <p:regular r:id="rId26"/>
    </p:embeddedFont>
    <p:embeddedFont>
      <p:font typeface="Chewy" charset="1" panose="02000000000000000000"/>
      <p:regular r:id="rId29"/>
    </p:embeddedFont>
    <p:embeddedFont>
      <p:font typeface="Montserrat Bold" charset="1" panose="000008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fonts/font33.fntdata" Type="http://schemas.openxmlformats.org/officeDocument/2006/relationships/font"/><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jpe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5.png" Type="http://schemas.openxmlformats.org/officeDocument/2006/relationships/image"/><Relationship Id="rId4" Target="../media/image24.pn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7.png" Type="http://schemas.openxmlformats.org/officeDocument/2006/relationships/image"/><Relationship Id="rId4" Target="../media/image28.png" Type="http://schemas.openxmlformats.org/officeDocument/2006/relationships/image"/><Relationship Id="rId5" Target="../media/image29.jpeg" Type="http://schemas.openxmlformats.org/officeDocument/2006/relationships/image"/><Relationship Id="rId6"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6667" y="0"/>
            <a:ext cx="18241327" cy="10286048"/>
            <a:chOff x="0" y="0"/>
            <a:chExt cx="24321770" cy="13714730"/>
          </a:xfrm>
        </p:grpSpPr>
        <p:sp>
          <p:nvSpPr>
            <p:cNvPr name="Freeform 3" id="3" descr="VCG21128005867512"/>
            <p:cNvSpPr/>
            <p:nvPr/>
          </p:nvSpPr>
          <p:spPr>
            <a:xfrm flipH="false" flipV="false" rot="0">
              <a:off x="0" y="0"/>
              <a:ext cx="24321770" cy="13714730"/>
            </a:xfrm>
            <a:custGeom>
              <a:avLst/>
              <a:gdLst/>
              <a:ahLst/>
              <a:cxnLst/>
              <a:rect r="r" b="b" t="t" l="l"/>
              <a:pathLst>
                <a:path h="13714730" w="24321770">
                  <a:moveTo>
                    <a:pt x="0" y="0"/>
                  </a:moveTo>
                  <a:lnTo>
                    <a:pt x="24321770" y="0"/>
                  </a:lnTo>
                  <a:lnTo>
                    <a:pt x="24321770" y="13714730"/>
                  </a:lnTo>
                  <a:lnTo>
                    <a:pt x="0" y="13714730"/>
                  </a:lnTo>
                  <a:lnTo>
                    <a:pt x="0" y="0"/>
                  </a:lnTo>
                  <a:close/>
                </a:path>
              </a:pathLst>
            </a:custGeom>
            <a:blipFill>
              <a:blip r:embed="rId3">
                <a:alphaModFix amt="19999"/>
              </a:blip>
              <a:stretch>
                <a:fillRect l="-10" t="0" r="-10" b="0"/>
              </a:stretch>
            </a:blipFill>
          </p:spPr>
        </p:sp>
      </p:grpSp>
      <p:grpSp>
        <p:nvGrpSpPr>
          <p:cNvPr name="Group 4" id="4"/>
          <p:cNvGrpSpPr/>
          <p:nvPr/>
        </p:nvGrpSpPr>
        <p:grpSpPr>
          <a:xfrm rot="0">
            <a:off x="524069" y="712436"/>
            <a:ext cx="6707346" cy="1108778"/>
            <a:chOff x="0" y="0"/>
            <a:chExt cx="4268470" cy="705612"/>
          </a:xfrm>
        </p:grpSpPr>
        <p:sp>
          <p:nvSpPr>
            <p:cNvPr name="Freeform 5" id="5"/>
            <p:cNvSpPr/>
            <p:nvPr/>
          </p:nvSpPr>
          <p:spPr>
            <a:xfrm flipH="false" flipV="false" rot="0">
              <a:off x="0" y="0"/>
              <a:ext cx="4268470" cy="705612"/>
            </a:xfrm>
            <a:custGeom>
              <a:avLst/>
              <a:gdLst/>
              <a:ahLst/>
              <a:cxnLst/>
              <a:rect r="r" b="b" t="t" l="l"/>
              <a:pathLst>
                <a:path h="705612" w="4268470">
                  <a:moveTo>
                    <a:pt x="0" y="705612"/>
                  </a:moveTo>
                  <a:lnTo>
                    <a:pt x="579628" y="0"/>
                  </a:lnTo>
                  <a:lnTo>
                    <a:pt x="4268470" y="0"/>
                  </a:lnTo>
                  <a:lnTo>
                    <a:pt x="3688842" y="705612"/>
                  </a:lnTo>
                  <a:close/>
                </a:path>
              </a:pathLst>
            </a:custGeom>
            <a:gradFill rotWithShape="true">
              <a:gsLst>
                <a:gs pos="0">
                  <a:srgbClr val="4675FC">
                    <a:alpha val="100000"/>
                  </a:srgbClr>
                </a:gs>
                <a:gs pos="100000">
                  <a:srgbClr val="4675FC">
                    <a:alpha val="0"/>
                  </a:srgbClr>
                </a:gs>
              </a:gsLst>
              <a:lin ang="1800000"/>
            </a:gradFill>
          </p:spPr>
        </p:sp>
      </p:grpSp>
      <p:sp>
        <p:nvSpPr>
          <p:cNvPr name="TextBox 6" id="6"/>
          <p:cNvSpPr txBox="true"/>
          <p:nvPr/>
        </p:nvSpPr>
        <p:spPr>
          <a:xfrm rot="0">
            <a:off x="1228721" y="914404"/>
            <a:ext cx="5802182" cy="603229"/>
          </a:xfrm>
          <a:prstGeom prst="rect">
            <a:avLst/>
          </a:prstGeom>
        </p:spPr>
        <p:txBody>
          <a:bodyPr anchor="t" rtlCol="false" tIns="0" lIns="0" bIns="0" rIns="0">
            <a:spAutoFit/>
          </a:bodyPr>
          <a:lstStyle/>
          <a:p>
            <a:pPr algn="l">
              <a:lnSpc>
                <a:spcPts val="4791"/>
              </a:lnSpc>
            </a:pPr>
            <a:r>
              <a:rPr lang="en-US" sz="3992" b="true">
                <a:solidFill>
                  <a:srgbClr val="FFFFFF"/>
                </a:solidFill>
                <a:latin typeface="Inter Bold"/>
                <a:ea typeface="Inter Bold"/>
                <a:cs typeface="Inter Bold"/>
                <a:sym typeface="Inter Bold"/>
              </a:rPr>
              <a:t>Networks-1 Project</a:t>
            </a:r>
          </a:p>
        </p:txBody>
      </p:sp>
      <p:grpSp>
        <p:nvGrpSpPr>
          <p:cNvPr name="Group 7" id="7"/>
          <p:cNvGrpSpPr/>
          <p:nvPr/>
        </p:nvGrpSpPr>
        <p:grpSpPr>
          <a:xfrm rot="-5400000">
            <a:off x="-3306604" y="5049203"/>
            <a:ext cx="7076122" cy="188595"/>
            <a:chOff x="0" y="0"/>
            <a:chExt cx="9434830" cy="251460"/>
          </a:xfrm>
        </p:grpSpPr>
        <p:sp>
          <p:nvSpPr>
            <p:cNvPr name="Freeform 8" id="8"/>
            <p:cNvSpPr/>
            <p:nvPr/>
          </p:nvSpPr>
          <p:spPr>
            <a:xfrm flipH="false" flipV="false" rot="0">
              <a:off x="4191" y="1651"/>
              <a:ext cx="9426448" cy="249809"/>
            </a:xfrm>
            <a:custGeom>
              <a:avLst/>
              <a:gdLst/>
              <a:ahLst/>
              <a:cxnLst/>
              <a:rect r="r" b="b" t="t" l="l"/>
              <a:pathLst>
                <a:path h="249809" w="9426448">
                  <a:moveTo>
                    <a:pt x="10668" y="0"/>
                  </a:moveTo>
                  <a:lnTo>
                    <a:pt x="354076" y="232410"/>
                  </a:lnTo>
                  <a:lnTo>
                    <a:pt x="348742" y="240284"/>
                  </a:lnTo>
                  <a:lnTo>
                    <a:pt x="348742" y="230759"/>
                  </a:lnTo>
                  <a:lnTo>
                    <a:pt x="9088755" y="230759"/>
                  </a:lnTo>
                  <a:lnTo>
                    <a:pt x="9088755" y="240284"/>
                  </a:lnTo>
                  <a:lnTo>
                    <a:pt x="9083421" y="232410"/>
                  </a:lnTo>
                  <a:lnTo>
                    <a:pt x="9415780" y="7493"/>
                  </a:lnTo>
                  <a:lnTo>
                    <a:pt x="9426448" y="23241"/>
                  </a:lnTo>
                  <a:lnTo>
                    <a:pt x="9094089" y="248158"/>
                  </a:lnTo>
                  <a:cubicBezTo>
                    <a:pt x="9092565" y="249174"/>
                    <a:pt x="9090660" y="249809"/>
                    <a:pt x="9088756" y="249809"/>
                  </a:cubicBezTo>
                  <a:lnTo>
                    <a:pt x="348742" y="249809"/>
                  </a:lnTo>
                  <a:cubicBezTo>
                    <a:pt x="346837" y="249809"/>
                    <a:pt x="344932" y="249301"/>
                    <a:pt x="343408" y="248158"/>
                  </a:cubicBezTo>
                  <a:lnTo>
                    <a:pt x="0" y="15748"/>
                  </a:lnTo>
                  <a:close/>
                </a:path>
              </a:pathLst>
            </a:custGeom>
            <a:solidFill>
              <a:srgbClr val="4675FC">
                <a:alpha val="48627"/>
              </a:srgbClr>
            </a:solidFill>
          </p:spPr>
        </p:sp>
      </p:grpSp>
      <p:sp>
        <p:nvSpPr>
          <p:cNvPr name="AutoShape 9" id="9"/>
          <p:cNvSpPr/>
          <p:nvPr/>
        </p:nvSpPr>
        <p:spPr>
          <a:xfrm rot="-9210840">
            <a:off x="-3259617" y="261938"/>
            <a:ext cx="13570591" cy="0"/>
          </a:xfrm>
          <a:prstGeom prst="line">
            <a:avLst/>
          </a:prstGeom>
          <a:ln cap="rnd" w="9525">
            <a:solidFill>
              <a:srgbClr val="000000"/>
            </a:solidFill>
            <a:prstDash val="solid"/>
            <a:headEnd type="none" len="sm" w="sm"/>
            <a:tailEnd type="none" len="sm" w="sm"/>
          </a:ln>
        </p:spPr>
      </p:sp>
      <p:sp>
        <p:nvSpPr>
          <p:cNvPr name="AutoShape 10" id="10"/>
          <p:cNvSpPr/>
          <p:nvPr/>
        </p:nvSpPr>
        <p:spPr>
          <a:xfrm rot="-9137580">
            <a:off x="8442122" y="292418"/>
            <a:ext cx="13148072" cy="0"/>
          </a:xfrm>
          <a:prstGeom prst="line">
            <a:avLst/>
          </a:prstGeom>
          <a:ln cap="rnd" w="9525">
            <a:solidFill>
              <a:srgbClr val="000000"/>
            </a:solidFill>
            <a:prstDash val="solid"/>
            <a:headEnd type="none" len="sm" w="sm"/>
            <a:tailEnd type="none" len="sm" w="sm"/>
          </a:ln>
        </p:spPr>
      </p:sp>
      <p:sp>
        <p:nvSpPr>
          <p:cNvPr name="Freeform 11" id="11"/>
          <p:cNvSpPr/>
          <p:nvPr/>
        </p:nvSpPr>
        <p:spPr>
          <a:xfrm flipH="false" flipV="false" rot="0">
            <a:off x="16826865" y="1216019"/>
            <a:ext cx="563880" cy="379095"/>
          </a:xfrm>
          <a:custGeom>
            <a:avLst/>
            <a:gdLst/>
            <a:ahLst/>
            <a:cxnLst/>
            <a:rect r="r" b="b" t="t" l="l"/>
            <a:pathLst>
              <a:path h="379095" w="563880">
                <a:moveTo>
                  <a:pt x="0" y="0"/>
                </a:moveTo>
                <a:lnTo>
                  <a:pt x="563880" y="0"/>
                </a:lnTo>
                <a:lnTo>
                  <a:pt x="563880" y="379095"/>
                </a:lnTo>
                <a:lnTo>
                  <a:pt x="0" y="379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141095" y="8193405"/>
            <a:ext cx="281940" cy="659130"/>
            <a:chOff x="0" y="0"/>
            <a:chExt cx="375920" cy="878840"/>
          </a:xfrm>
        </p:grpSpPr>
        <p:sp>
          <p:nvSpPr>
            <p:cNvPr name="Freeform 13" id="13"/>
            <p:cNvSpPr/>
            <p:nvPr/>
          </p:nvSpPr>
          <p:spPr>
            <a:xfrm flipH="false" flipV="false" rot="0">
              <a:off x="0" y="0"/>
              <a:ext cx="375920" cy="878840"/>
            </a:xfrm>
            <a:custGeom>
              <a:avLst/>
              <a:gdLst/>
              <a:ahLst/>
              <a:cxnLst/>
              <a:rect r="r" b="b" t="t" l="l"/>
              <a:pathLst>
                <a:path h="878840" w="375920">
                  <a:moveTo>
                    <a:pt x="0" y="0"/>
                  </a:moveTo>
                  <a:lnTo>
                    <a:pt x="375920" y="0"/>
                  </a:lnTo>
                  <a:lnTo>
                    <a:pt x="375920" y="878840"/>
                  </a:lnTo>
                  <a:lnTo>
                    <a:pt x="0" y="878840"/>
                  </a:lnTo>
                  <a:close/>
                </a:path>
              </a:pathLst>
            </a:custGeom>
            <a:solidFill>
              <a:srgbClr val="4675FC"/>
            </a:solidFill>
          </p:spPr>
        </p:sp>
      </p:grpSp>
      <p:grpSp>
        <p:nvGrpSpPr>
          <p:cNvPr name="Group 14" id="14"/>
          <p:cNvGrpSpPr/>
          <p:nvPr/>
        </p:nvGrpSpPr>
        <p:grpSpPr>
          <a:xfrm rot="-10800000">
            <a:off x="1566862" y="5252561"/>
            <a:ext cx="14681835" cy="9277350"/>
            <a:chOff x="0" y="0"/>
            <a:chExt cx="19575780" cy="12369800"/>
          </a:xfrm>
        </p:grpSpPr>
        <p:sp>
          <p:nvSpPr>
            <p:cNvPr name="Freeform 15" id="15"/>
            <p:cNvSpPr/>
            <p:nvPr/>
          </p:nvSpPr>
          <p:spPr>
            <a:xfrm flipH="false" flipV="false" rot="0">
              <a:off x="2794" y="2794"/>
              <a:ext cx="7492492" cy="289306"/>
            </a:xfrm>
            <a:custGeom>
              <a:avLst/>
              <a:gdLst/>
              <a:ahLst/>
              <a:cxnLst/>
              <a:rect r="r" b="b" t="t" l="l"/>
              <a:pathLst>
                <a:path h="289306" w="7492492">
                  <a:moveTo>
                    <a:pt x="13462" y="0"/>
                  </a:moveTo>
                  <a:lnTo>
                    <a:pt x="286258" y="273050"/>
                  </a:lnTo>
                  <a:lnTo>
                    <a:pt x="279527" y="279781"/>
                  </a:lnTo>
                  <a:lnTo>
                    <a:pt x="279527" y="270256"/>
                  </a:lnTo>
                  <a:lnTo>
                    <a:pt x="7221855" y="270256"/>
                  </a:lnTo>
                  <a:lnTo>
                    <a:pt x="7221855" y="279781"/>
                  </a:lnTo>
                  <a:lnTo>
                    <a:pt x="7215124" y="273050"/>
                  </a:lnTo>
                  <a:lnTo>
                    <a:pt x="7479030" y="8763"/>
                  </a:lnTo>
                  <a:lnTo>
                    <a:pt x="7492492" y="22225"/>
                  </a:lnTo>
                  <a:lnTo>
                    <a:pt x="7228586" y="286512"/>
                  </a:lnTo>
                  <a:cubicBezTo>
                    <a:pt x="7226808" y="288290"/>
                    <a:pt x="7224395" y="289306"/>
                    <a:pt x="7221855" y="289306"/>
                  </a:cubicBezTo>
                  <a:lnTo>
                    <a:pt x="279527" y="289306"/>
                  </a:lnTo>
                  <a:cubicBezTo>
                    <a:pt x="276987" y="289306"/>
                    <a:pt x="274574" y="288290"/>
                    <a:pt x="272796" y="286512"/>
                  </a:cubicBezTo>
                  <a:lnTo>
                    <a:pt x="0" y="13462"/>
                  </a:lnTo>
                  <a:close/>
                </a:path>
              </a:pathLst>
            </a:custGeom>
            <a:solidFill>
              <a:srgbClr val="4675FC"/>
            </a:solidFill>
          </p:spPr>
        </p:sp>
      </p:grpSp>
      <p:sp>
        <p:nvSpPr>
          <p:cNvPr name="AutoShape 16" id="16"/>
          <p:cNvSpPr/>
          <p:nvPr/>
        </p:nvSpPr>
        <p:spPr>
          <a:xfrm rot="-9210840">
            <a:off x="7977026" y="9986962"/>
            <a:ext cx="13570591" cy="0"/>
          </a:xfrm>
          <a:prstGeom prst="line">
            <a:avLst/>
          </a:prstGeom>
          <a:ln cap="rnd" w="9525">
            <a:solidFill>
              <a:srgbClr val="000000"/>
            </a:solidFill>
            <a:prstDash val="solid"/>
            <a:headEnd type="none" len="sm" w="sm"/>
            <a:tailEnd type="none" len="sm" w="sm"/>
          </a:ln>
        </p:spPr>
      </p:sp>
      <p:sp>
        <p:nvSpPr>
          <p:cNvPr name="AutoShape 17" id="17"/>
          <p:cNvSpPr/>
          <p:nvPr/>
        </p:nvSpPr>
        <p:spPr>
          <a:xfrm rot="-9137580">
            <a:off x="-3302203" y="9956482"/>
            <a:ext cx="13148072" cy="0"/>
          </a:xfrm>
          <a:prstGeom prst="line">
            <a:avLst/>
          </a:prstGeom>
          <a:ln cap="rnd" w="9525">
            <a:solidFill>
              <a:srgbClr val="000000"/>
            </a:solidFill>
            <a:prstDash val="solid"/>
            <a:headEnd type="none" len="sm" w="sm"/>
            <a:tailEnd type="none" len="sm" w="sm"/>
          </a:ln>
        </p:spPr>
      </p:sp>
      <p:grpSp>
        <p:nvGrpSpPr>
          <p:cNvPr name="Group 18" id="18"/>
          <p:cNvGrpSpPr/>
          <p:nvPr/>
        </p:nvGrpSpPr>
        <p:grpSpPr>
          <a:xfrm rot="5400000">
            <a:off x="14521339" y="5049203"/>
            <a:ext cx="7076122" cy="188595"/>
            <a:chOff x="0" y="0"/>
            <a:chExt cx="9434830" cy="251460"/>
          </a:xfrm>
        </p:grpSpPr>
        <p:sp>
          <p:nvSpPr>
            <p:cNvPr name="Freeform 19" id="19"/>
            <p:cNvSpPr/>
            <p:nvPr/>
          </p:nvSpPr>
          <p:spPr>
            <a:xfrm flipH="false" flipV="false" rot="0">
              <a:off x="4191" y="1651"/>
              <a:ext cx="9426448" cy="249809"/>
            </a:xfrm>
            <a:custGeom>
              <a:avLst/>
              <a:gdLst/>
              <a:ahLst/>
              <a:cxnLst/>
              <a:rect r="r" b="b" t="t" l="l"/>
              <a:pathLst>
                <a:path h="249809" w="9426448">
                  <a:moveTo>
                    <a:pt x="9426448" y="15748"/>
                  </a:moveTo>
                  <a:lnTo>
                    <a:pt x="9083040" y="248158"/>
                  </a:lnTo>
                  <a:cubicBezTo>
                    <a:pt x="9081516" y="249174"/>
                    <a:pt x="9079611" y="249809"/>
                    <a:pt x="9077706" y="249809"/>
                  </a:cubicBezTo>
                  <a:lnTo>
                    <a:pt x="337693" y="249809"/>
                  </a:lnTo>
                  <a:cubicBezTo>
                    <a:pt x="335788" y="249809"/>
                    <a:pt x="333883" y="249301"/>
                    <a:pt x="332359" y="248158"/>
                  </a:cubicBezTo>
                  <a:lnTo>
                    <a:pt x="0" y="23241"/>
                  </a:lnTo>
                  <a:lnTo>
                    <a:pt x="10668" y="7493"/>
                  </a:lnTo>
                  <a:lnTo>
                    <a:pt x="343027" y="232410"/>
                  </a:lnTo>
                  <a:lnTo>
                    <a:pt x="337693" y="240284"/>
                  </a:lnTo>
                  <a:lnTo>
                    <a:pt x="337693" y="230759"/>
                  </a:lnTo>
                  <a:lnTo>
                    <a:pt x="9077706" y="230759"/>
                  </a:lnTo>
                  <a:lnTo>
                    <a:pt x="9077706" y="240284"/>
                  </a:lnTo>
                  <a:lnTo>
                    <a:pt x="9072372" y="232410"/>
                  </a:lnTo>
                  <a:lnTo>
                    <a:pt x="9415780" y="0"/>
                  </a:lnTo>
                  <a:close/>
                </a:path>
              </a:pathLst>
            </a:custGeom>
            <a:solidFill>
              <a:srgbClr val="4675FC">
                <a:alpha val="48627"/>
              </a:srgbClr>
            </a:solidFill>
          </p:spPr>
        </p:sp>
      </p:grpSp>
      <p:grpSp>
        <p:nvGrpSpPr>
          <p:cNvPr name="Group 20" id="20"/>
          <p:cNvGrpSpPr/>
          <p:nvPr/>
        </p:nvGrpSpPr>
        <p:grpSpPr>
          <a:xfrm rot="-10800000">
            <a:off x="2086850" y="3757955"/>
            <a:ext cx="504139" cy="504139"/>
            <a:chOff x="0" y="0"/>
            <a:chExt cx="672186" cy="672186"/>
          </a:xfrm>
        </p:grpSpPr>
        <p:sp>
          <p:nvSpPr>
            <p:cNvPr name="Freeform 21" id="21"/>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16200000"/>
            </a:gradFill>
          </p:spPr>
        </p:sp>
      </p:grpSp>
      <p:grpSp>
        <p:nvGrpSpPr>
          <p:cNvPr name="Group 22" id="22"/>
          <p:cNvGrpSpPr/>
          <p:nvPr/>
        </p:nvGrpSpPr>
        <p:grpSpPr>
          <a:xfrm rot="0">
            <a:off x="15984298" y="6309970"/>
            <a:ext cx="504139" cy="504139"/>
            <a:chOff x="0" y="0"/>
            <a:chExt cx="672186" cy="672186"/>
          </a:xfrm>
        </p:grpSpPr>
        <p:sp>
          <p:nvSpPr>
            <p:cNvPr name="Freeform 23" id="23"/>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5400000"/>
            </a:gradFill>
          </p:spPr>
        </p:sp>
      </p:grpSp>
      <p:grpSp>
        <p:nvGrpSpPr>
          <p:cNvPr name="Group 24" id="24"/>
          <p:cNvGrpSpPr/>
          <p:nvPr/>
        </p:nvGrpSpPr>
        <p:grpSpPr>
          <a:xfrm rot="0">
            <a:off x="1336358" y="8228647"/>
            <a:ext cx="281940" cy="299085"/>
            <a:chOff x="0" y="0"/>
            <a:chExt cx="375920" cy="398780"/>
          </a:xfrm>
        </p:grpSpPr>
        <p:sp>
          <p:nvSpPr>
            <p:cNvPr name="Freeform 25" id="25"/>
            <p:cNvSpPr/>
            <p:nvPr/>
          </p:nvSpPr>
          <p:spPr>
            <a:xfrm flipH="false" flipV="false" rot="0">
              <a:off x="0" y="0"/>
              <a:ext cx="375920" cy="398780"/>
            </a:xfrm>
            <a:custGeom>
              <a:avLst/>
              <a:gdLst/>
              <a:ahLst/>
              <a:cxnLst/>
              <a:rect r="r" b="b" t="t" l="l"/>
              <a:pathLst>
                <a:path h="398780" w="375920">
                  <a:moveTo>
                    <a:pt x="0" y="0"/>
                  </a:moveTo>
                  <a:lnTo>
                    <a:pt x="375920" y="0"/>
                  </a:lnTo>
                  <a:lnTo>
                    <a:pt x="375920" y="398780"/>
                  </a:lnTo>
                  <a:lnTo>
                    <a:pt x="0" y="398780"/>
                  </a:lnTo>
                  <a:close/>
                </a:path>
              </a:pathLst>
            </a:custGeom>
            <a:solidFill>
              <a:srgbClr val="4DDBF8"/>
            </a:solidFill>
          </p:spPr>
        </p:sp>
      </p:grpSp>
      <p:grpSp>
        <p:nvGrpSpPr>
          <p:cNvPr name="Group 26" id="26"/>
          <p:cNvGrpSpPr/>
          <p:nvPr/>
        </p:nvGrpSpPr>
        <p:grpSpPr>
          <a:xfrm rot="0">
            <a:off x="17380268" y="8159115"/>
            <a:ext cx="114300" cy="659130"/>
            <a:chOff x="0" y="0"/>
            <a:chExt cx="152400" cy="878840"/>
          </a:xfrm>
        </p:grpSpPr>
        <p:sp>
          <p:nvSpPr>
            <p:cNvPr name="Freeform 27" id="27"/>
            <p:cNvSpPr/>
            <p:nvPr/>
          </p:nvSpPr>
          <p:spPr>
            <a:xfrm flipH="false" flipV="false" rot="0">
              <a:off x="0" y="0"/>
              <a:ext cx="152400" cy="878840"/>
            </a:xfrm>
            <a:custGeom>
              <a:avLst/>
              <a:gdLst/>
              <a:ahLst/>
              <a:cxnLst/>
              <a:rect r="r" b="b" t="t" l="l"/>
              <a:pathLst>
                <a:path h="878840" w="152400">
                  <a:moveTo>
                    <a:pt x="0" y="0"/>
                  </a:moveTo>
                  <a:lnTo>
                    <a:pt x="152400" y="0"/>
                  </a:lnTo>
                  <a:lnTo>
                    <a:pt x="152400" y="878840"/>
                  </a:lnTo>
                  <a:lnTo>
                    <a:pt x="0" y="878840"/>
                  </a:lnTo>
                  <a:close/>
                </a:path>
              </a:pathLst>
            </a:custGeom>
            <a:solidFill>
              <a:srgbClr val="4DDBF8"/>
            </a:solidFill>
          </p:spPr>
        </p:sp>
      </p:grpSp>
      <p:grpSp>
        <p:nvGrpSpPr>
          <p:cNvPr name="Group 28" id="28"/>
          <p:cNvGrpSpPr/>
          <p:nvPr/>
        </p:nvGrpSpPr>
        <p:grpSpPr>
          <a:xfrm rot="0">
            <a:off x="17192625" y="8577262"/>
            <a:ext cx="225742" cy="240983"/>
            <a:chOff x="0" y="0"/>
            <a:chExt cx="300990" cy="321310"/>
          </a:xfrm>
        </p:grpSpPr>
        <p:sp>
          <p:nvSpPr>
            <p:cNvPr name="Freeform 29" id="29"/>
            <p:cNvSpPr/>
            <p:nvPr/>
          </p:nvSpPr>
          <p:spPr>
            <a:xfrm flipH="false" flipV="false" rot="0">
              <a:off x="0" y="0"/>
              <a:ext cx="300990" cy="321310"/>
            </a:xfrm>
            <a:custGeom>
              <a:avLst/>
              <a:gdLst/>
              <a:ahLst/>
              <a:cxnLst/>
              <a:rect r="r" b="b" t="t" l="l"/>
              <a:pathLst>
                <a:path h="321310" w="300990">
                  <a:moveTo>
                    <a:pt x="300990" y="0"/>
                  </a:moveTo>
                  <a:lnTo>
                    <a:pt x="0" y="0"/>
                  </a:lnTo>
                  <a:lnTo>
                    <a:pt x="0" y="321310"/>
                  </a:lnTo>
                  <a:lnTo>
                    <a:pt x="300990" y="321310"/>
                  </a:lnTo>
                  <a:close/>
                </a:path>
              </a:pathLst>
            </a:custGeom>
            <a:solidFill>
              <a:srgbClr val="4675FC"/>
            </a:solidFill>
          </p:spPr>
        </p:sp>
      </p:grpSp>
      <p:grpSp>
        <p:nvGrpSpPr>
          <p:cNvPr name="Group 30" id="30"/>
          <p:cNvGrpSpPr/>
          <p:nvPr/>
        </p:nvGrpSpPr>
        <p:grpSpPr>
          <a:xfrm rot="0">
            <a:off x="17145952" y="8281035"/>
            <a:ext cx="128588" cy="137160"/>
            <a:chOff x="0" y="0"/>
            <a:chExt cx="171450" cy="182880"/>
          </a:xfrm>
        </p:grpSpPr>
        <p:sp>
          <p:nvSpPr>
            <p:cNvPr name="Freeform 31" id="31"/>
            <p:cNvSpPr/>
            <p:nvPr/>
          </p:nvSpPr>
          <p:spPr>
            <a:xfrm flipH="false" flipV="false" rot="0">
              <a:off x="0" y="0"/>
              <a:ext cx="171450" cy="182880"/>
            </a:xfrm>
            <a:custGeom>
              <a:avLst/>
              <a:gdLst/>
              <a:ahLst/>
              <a:cxnLst/>
              <a:rect r="r" b="b" t="t" l="l"/>
              <a:pathLst>
                <a:path h="182880" w="171450">
                  <a:moveTo>
                    <a:pt x="171450" y="0"/>
                  </a:moveTo>
                  <a:lnTo>
                    <a:pt x="0" y="0"/>
                  </a:lnTo>
                  <a:lnTo>
                    <a:pt x="0" y="182880"/>
                  </a:lnTo>
                  <a:lnTo>
                    <a:pt x="171450" y="182880"/>
                  </a:lnTo>
                  <a:close/>
                </a:path>
              </a:pathLst>
            </a:custGeom>
            <a:solidFill>
              <a:srgbClr val="4DDBF8"/>
            </a:solidFill>
          </p:spPr>
        </p:sp>
      </p:grpSp>
      <p:sp>
        <p:nvSpPr>
          <p:cNvPr name="TextBox 32" id="32"/>
          <p:cNvSpPr txBox="true"/>
          <p:nvPr/>
        </p:nvSpPr>
        <p:spPr>
          <a:xfrm rot="0">
            <a:off x="2136730" y="3847957"/>
            <a:ext cx="13910678" cy="2892111"/>
          </a:xfrm>
          <a:prstGeom prst="rect">
            <a:avLst/>
          </a:prstGeom>
        </p:spPr>
        <p:txBody>
          <a:bodyPr anchor="t" rtlCol="false" tIns="0" lIns="0" bIns="0" rIns="0">
            <a:spAutoFit/>
          </a:bodyPr>
          <a:lstStyle/>
          <a:p>
            <a:pPr algn="ctr">
              <a:lnSpc>
                <a:spcPts val="7649"/>
              </a:lnSpc>
            </a:pPr>
            <a:r>
              <a:rPr lang="en-US" sz="5666" spc="203">
                <a:solidFill>
                  <a:srgbClr val="616163"/>
                </a:solidFill>
                <a:latin typeface="Mokoto Glitch 1"/>
                <a:ea typeface="Mokoto Glitch 1"/>
                <a:cs typeface="Mokoto Glitch 1"/>
                <a:sym typeface="Mokoto Glitch 1"/>
              </a:rPr>
              <a:t>The Distributed </a:t>
            </a:r>
          </a:p>
          <a:p>
            <a:pPr algn="ctr">
              <a:lnSpc>
                <a:spcPts val="7649"/>
              </a:lnSpc>
            </a:pPr>
            <a:r>
              <a:rPr lang="en-US" sz="5666" spc="203">
                <a:solidFill>
                  <a:srgbClr val="616163"/>
                </a:solidFill>
                <a:latin typeface="Mokoto Glitch 1"/>
                <a:ea typeface="Mokoto Glitch 1"/>
                <a:cs typeface="Mokoto Glitch 1"/>
                <a:sym typeface="Mokoto Glitch 1"/>
              </a:rPr>
              <a:t>E-Commerce Fulfillment Network</a:t>
            </a:r>
          </a:p>
        </p:txBody>
      </p:sp>
      <p:grpSp>
        <p:nvGrpSpPr>
          <p:cNvPr name="Group 33" id="33"/>
          <p:cNvGrpSpPr/>
          <p:nvPr/>
        </p:nvGrpSpPr>
        <p:grpSpPr>
          <a:xfrm rot="-10800000">
            <a:off x="10710017" y="8852535"/>
            <a:ext cx="6116848" cy="1108778"/>
            <a:chOff x="0" y="0"/>
            <a:chExt cx="3892685" cy="705612"/>
          </a:xfrm>
        </p:grpSpPr>
        <p:sp>
          <p:nvSpPr>
            <p:cNvPr name="Freeform 34" id="34"/>
            <p:cNvSpPr/>
            <p:nvPr/>
          </p:nvSpPr>
          <p:spPr>
            <a:xfrm flipH="false" flipV="false" rot="0">
              <a:off x="0" y="0"/>
              <a:ext cx="3892685" cy="705612"/>
            </a:xfrm>
            <a:custGeom>
              <a:avLst/>
              <a:gdLst/>
              <a:ahLst/>
              <a:cxnLst/>
              <a:rect r="r" b="b" t="t" l="l"/>
              <a:pathLst>
                <a:path h="705612" w="3892685">
                  <a:moveTo>
                    <a:pt x="0" y="705612"/>
                  </a:moveTo>
                  <a:lnTo>
                    <a:pt x="528599" y="0"/>
                  </a:lnTo>
                  <a:lnTo>
                    <a:pt x="3892685" y="0"/>
                  </a:lnTo>
                  <a:lnTo>
                    <a:pt x="3364086" y="705612"/>
                  </a:lnTo>
                  <a:close/>
                </a:path>
              </a:pathLst>
            </a:custGeom>
            <a:gradFill rotWithShape="true">
              <a:gsLst>
                <a:gs pos="0">
                  <a:srgbClr val="4675FC">
                    <a:alpha val="100000"/>
                  </a:srgbClr>
                </a:gs>
                <a:gs pos="100000">
                  <a:srgbClr val="4675FC">
                    <a:alpha val="0"/>
                  </a:srgbClr>
                </a:gs>
              </a:gsLst>
              <a:lin ang="1800000"/>
            </a:gradFill>
          </p:spPr>
        </p:sp>
      </p:grpSp>
      <p:sp>
        <p:nvSpPr>
          <p:cNvPr name="TextBox 35" id="35"/>
          <p:cNvSpPr txBox="true"/>
          <p:nvPr/>
        </p:nvSpPr>
        <p:spPr>
          <a:xfrm rot="0">
            <a:off x="12481378" y="9042740"/>
            <a:ext cx="7005840" cy="728368"/>
          </a:xfrm>
          <a:prstGeom prst="rect">
            <a:avLst/>
          </a:prstGeom>
        </p:spPr>
        <p:txBody>
          <a:bodyPr anchor="t" rtlCol="false" tIns="0" lIns="0" bIns="0" rIns="0">
            <a:spAutoFit/>
          </a:bodyPr>
          <a:lstStyle/>
          <a:p>
            <a:pPr algn="l">
              <a:lnSpc>
                <a:spcPts val="5784"/>
              </a:lnSpc>
            </a:pPr>
            <a:r>
              <a:rPr lang="en-US" sz="4820" b="true">
                <a:solidFill>
                  <a:srgbClr val="FFFFFF"/>
                </a:solidFill>
                <a:latin typeface="Inter Bold"/>
                <a:ea typeface="Inter Bold"/>
                <a:cs typeface="Inter Bold"/>
                <a:sym typeface="Inter Bold"/>
              </a:rPr>
              <a:t>Project 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6667" y="0"/>
            <a:ext cx="18241327" cy="10286048"/>
            <a:chOff x="0" y="0"/>
            <a:chExt cx="24321770" cy="13714730"/>
          </a:xfrm>
        </p:grpSpPr>
        <p:sp>
          <p:nvSpPr>
            <p:cNvPr name="Freeform 3" id="3" descr="VCG21128005867512"/>
            <p:cNvSpPr/>
            <p:nvPr/>
          </p:nvSpPr>
          <p:spPr>
            <a:xfrm flipH="false" flipV="false" rot="0">
              <a:off x="0" y="0"/>
              <a:ext cx="24321770" cy="13714730"/>
            </a:xfrm>
            <a:custGeom>
              <a:avLst/>
              <a:gdLst/>
              <a:ahLst/>
              <a:cxnLst/>
              <a:rect r="r" b="b" t="t" l="l"/>
              <a:pathLst>
                <a:path h="13714730" w="24321770">
                  <a:moveTo>
                    <a:pt x="0" y="0"/>
                  </a:moveTo>
                  <a:lnTo>
                    <a:pt x="24321770" y="0"/>
                  </a:lnTo>
                  <a:lnTo>
                    <a:pt x="24321770" y="13714730"/>
                  </a:lnTo>
                  <a:lnTo>
                    <a:pt x="0" y="13714730"/>
                  </a:lnTo>
                  <a:lnTo>
                    <a:pt x="0" y="0"/>
                  </a:lnTo>
                  <a:close/>
                </a:path>
              </a:pathLst>
            </a:custGeom>
            <a:blipFill>
              <a:blip r:embed="rId3">
                <a:alphaModFix amt="19999"/>
              </a:blip>
              <a:stretch>
                <a:fillRect l="-10" t="0" r="-10" b="0"/>
              </a:stretch>
            </a:blipFill>
          </p:spPr>
        </p:sp>
      </p:grpSp>
      <p:grpSp>
        <p:nvGrpSpPr>
          <p:cNvPr name="Group 4" id="4"/>
          <p:cNvGrpSpPr/>
          <p:nvPr/>
        </p:nvGrpSpPr>
        <p:grpSpPr>
          <a:xfrm rot="0">
            <a:off x="211082" y="132068"/>
            <a:ext cx="4759814" cy="896632"/>
            <a:chOff x="0" y="0"/>
            <a:chExt cx="4268470" cy="804075"/>
          </a:xfrm>
        </p:grpSpPr>
        <p:sp>
          <p:nvSpPr>
            <p:cNvPr name="Freeform 5" id="5"/>
            <p:cNvSpPr/>
            <p:nvPr/>
          </p:nvSpPr>
          <p:spPr>
            <a:xfrm flipH="false" flipV="false" rot="0">
              <a:off x="0" y="0"/>
              <a:ext cx="4268470" cy="804075"/>
            </a:xfrm>
            <a:custGeom>
              <a:avLst/>
              <a:gdLst/>
              <a:ahLst/>
              <a:cxnLst/>
              <a:rect r="r" b="b" t="t" l="l"/>
              <a:pathLst>
                <a:path h="804075" w="4268470">
                  <a:moveTo>
                    <a:pt x="0" y="804075"/>
                  </a:moveTo>
                  <a:lnTo>
                    <a:pt x="579628" y="0"/>
                  </a:lnTo>
                  <a:lnTo>
                    <a:pt x="4268470" y="0"/>
                  </a:lnTo>
                  <a:lnTo>
                    <a:pt x="3688842" y="804075"/>
                  </a:lnTo>
                  <a:close/>
                </a:path>
              </a:pathLst>
            </a:custGeom>
            <a:gradFill rotWithShape="true">
              <a:gsLst>
                <a:gs pos="0">
                  <a:srgbClr val="4675FC">
                    <a:alpha val="100000"/>
                  </a:srgbClr>
                </a:gs>
                <a:gs pos="100000">
                  <a:srgbClr val="4675FC">
                    <a:alpha val="0"/>
                  </a:srgbClr>
                </a:gs>
              </a:gsLst>
              <a:lin ang="1800000"/>
            </a:gradFill>
          </p:spPr>
        </p:sp>
      </p:grpSp>
      <p:sp>
        <p:nvSpPr>
          <p:cNvPr name="TextBox 6" id="6"/>
          <p:cNvSpPr txBox="true"/>
          <p:nvPr/>
        </p:nvSpPr>
        <p:spPr>
          <a:xfrm rot="0">
            <a:off x="764334" y="330056"/>
            <a:ext cx="4815570" cy="500655"/>
          </a:xfrm>
          <a:prstGeom prst="rect">
            <a:avLst/>
          </a:prstGeom>
        </p:spPr>
        <p:txBody>
          <a:bodyPr anchor="t" rtlCol="false" tIns="0" lIns="0" bIns="0" rIns="0">
            <a:spAutoFit/>
          </a:bodyPr>
          <a:lstStyle/>
          <a:p>
            <a:pPr algn="l">
              <a:lnSpc>
                <a:spcPts val="3976"/>
              </a:lnSpc>
            </a:pPr>
            <a:r>
              <a:rPr lang="en-US" sz="3313" b="true">
                <a:solidFill>
                  <a:srgbClr val="FFFFFF"/>
                </a:solidFill>
                <a:latin typeface="Inter Bold"/>
                <a:ea typeface="Inter Bold"/>
                <a:cs typeface="Inter Bold"/>
                <a:sym typeface="Inter Bold"/>
              </a:rPr>
              <a:t>Team Members</a:t>
            </a:r>
          </a:p>
        </p:txBody>
      </p:sp>
      <p:grpSp>
        <p:nvGrpSpPr>
          <p:cNvPr name="Group 7" id="7"/>
          <p:cNvGrpSpPr/>
          <p:nvPr/>
        </p:nvGrpSpPr>
        <p:grpSpPr>
          <a:xfrm rot="-5400000">
            <a:off x="-3306604" y="5049203"/>
            <a:ext cx="7076122" cy="188595"/>
            <a:chOff x="0" y="0"/>
            <a:chExt cx="9434830" cy="251460"/>
          </a:xfrm>
        </p:grpSpPr>
        <p:sp>
          <p:nvSpPr>
            <p:cNvPr name="Freeform 8" id="8"/>
            <p:cNvSpPr/>
            <p:nvPr/>
          </p:nvSpPr>
          <p:spPr>
            <a:xfrm flipH="false" flipV="false" rot="0">
              <a:off x="4191" y="1651"/>
              <a:ext cx="9426448" cy="249809"/>
            </a:xfrm>
            <a:custGeom>
              <a:avLst/>
              <a:gdLst/>
              <a:ahLst/>
              <a:cxnLst/>
              <a:rect r="r" b="b" t="t" l="l"/>
              <a:pathLst>
                <a:path h="249809" w="9426448">
                  <a:moveTo>
                    <a:pt x="10668" y="0"/>
                  </a:moveTo>
                  <a:lnTo>
                    <a:pt x="354076" y="232410"/>
                  </a:lnTo>
                  <a:lnTo>
                    <a:pt x="348742" y="240284"/>
                  </a:lnTo>
                  <a:lnTo>
                    <a:pt x="348742" y="230759"/>
                  </a:lnTo>
                  <a:lnTo>
                    <a:pt x="9088755" y="230759"/>
                  </a:lnTo>
                  <a:lnTo>
                    <a:pt x="9088755" y="240284"/>
                  </a:lnTo>
                  <a:lnTo>
                    <a:pt x="9083421" y="232410"/>
                  </a:lnTo>
                  <a:lnTo>
                    <a:pt x="9415780" y="7493"/>
                  </a:lnTo>
                  <a:lnTo>
                    <a:pt x="9426448" y="23241"/>
                  </a:lnTo>
                  <a:lnTo>
                    <a:pt x="9094089" y="248158"/>
                  </a:lnTo>
                  <a:cubicBezTo>
                    <a:pt x="9092565" y="249174"/>
                    <a:pt x="9090660" y="249809"/>
                    <a:pt x="9088756" y="249809"/>
                  </a:cubicBezTo>
                  <a:lnTo>
                    <a:pt x="348742" y="249809"/>
                  </a:lnTo>
                  <a:cubicBezTo>
                    <a:pt x="346837" y="249809"/>
                    <a:pt x="344932" y="249301"/>
                    <a:pt x="343408" y="248158"/>
                  </a:cubicBezTo>
                  <a:lnTo>
                    <a:pt x="0" y="15748"/>
                  </a:lnTo>
                  <a:close/>
                </a:path>
              </a:pathLst>
            </a:custGeom>
            <a:solidFill>
              <a:srgbClr val="4675FC">
                <a:alpha val="48627"/>
              </a:srgbClr>
            </a:solidFill>
          </p:spPr>
        </p:sp>
      </p:grpSp>
      <p:sp>
        <p:nvSpPr>
          <p:cNvPr name="AutoShape 9" id="9"/>
          <p:cNvSpPr/>
          <p:nvPr/>
        </p:nvSpPr>
        <p:spPr>
          <a:xfrm flipH="true" flipV="true">
            <a:off x="1112627" y="-4650897"/>
            <a:ext cx="12146268" cy="6052200"/>
          </a:xfrm>
          <a:prstGeom prst="line">
            <a:avLst/>
          </a:prstGeom>
          <a:ln cap="rnd" w="9525">
            <a:solidFill>
              <a:srgbClr val="000000"/>
            </a:solidFill>
            <a:prstDash val="solid"/>
            <a:headEnd type="none" len="sm" w="sm"/>
            <a:tailEnd type="none" len="sm" w="sm"/>
          </a:ln>
        </p:spPr>
      </p:sp>
      <p:sp>
        <p:nvSpPr>
          <p:cNvPr name="AutoShape 10" id="10"/>
          <p:cNvSpPr/>
          <p:nvPr/>
        </p:nvSpPr>
        <p:spPr>
          <a:xfrm rot="-9137580">
            <a:off x="8442122" y="292418"/>
            <a:ext cx="13148072" cy="0"/>
          </a:xfrm>
          <a:prstGeom prst="line">
            <a:avLst/>
          </a:prstGeom>
          <a:ln cap="rnd" w="9525">
            <a:solidFill>
              <a:srgbClr val="000000"/>
            </a:solidFill>
            <a:prstDash val="solid"/>
            <a:headEnd type="none" len="sm" w="sm"/>
            <a:tailEnd type="none" len="sm" w="sm"/>
          </a:ln>
        </p:spPr>
      </p:sp>
      <p:sp>
        <p:nvSpPr>
          <p:cNvPr name="AutoShape 11" id="11"/>
          <p:cNvSpPr/>
          <p:nvPr/>
        </p:nvSpPr>
        <p:spPr>
          <a:xfrm rot="-9137580">
            <a:off x="-3302203" y="9956482"/>
            <a:ext cx="13148072" cy="0"/>
          </a:xfrm>
          <a:prstGeom prst="line">
            <a:avLst/>
          </a:prstGeom>
          <a:ln cap="rnd" w="9525">
            <a:solidFill>
              <a:srgbClr val="000000"/>
            </a:solidFill>
            <a:prstDash val="solid"/>
            <a:headEnd type="none" len="sm" w="sm"/>
            <a:tailEnd type="none" len="sm" w="sm"/>
          </a:ln>
        </p:spPr>
      </p:sp>
      <p:grpSp>
        <p:nvGrpSpPr>
          <p:cNvPr name="Group 12" id="12"/>
          <p:cNvGrpSpPr/>
          <p:nvPr/>
        </p:nvGrpSpPr>
        <p:grpSpPr>
          <a:xfrm rot="5400000">
            <a:off x="14521339" y="5049203"/>
            <a:ext cx="7076122" cy="188595"/>
            <a:chOff x="0" y="0"/>
            <a:chExt cx="9434830" cy="251460"/>
          </a:xfrm>
        </p:grpSpPr>
        <p:sp>
          <p:nvSpPr>
            <p:cNvPr name="Freeform 13" id="13"/>
            <p:cNvSpPr/>
            <p:nvPr/>
          </p:nvSpPr>
          <p:spPr>
            <a:xfrm flipH="false" flipV="false" rot="0">
              <a:off x="4191" y="1651"/>
              <a:ext cx="9426448" cy="249809"/>
            </a:xfrm>
            <a:custGeom>
              <a:avLst/>
              <a:gdLst/>
              <a:ahLst/>
              <a:cxnLst/>
              <a:rect r="r" b="b" t="t" l="l"/>
              <a:pathLst>
                <a:path h="249809" w="9426448">
                  <a:moveTo>
                    <a:pt x="9426448" y="15748"/>
                  </a:moveTo>
                  <a:lnTo>
                    <a:pt x="9083040" y="248158"/>
                  </a:lnTo>
                  <a:cubicBezTo>
                    <a:pt x="9081516" y="249174"/>
                    <a:pt x="9079611" y="249809"/>
                    <a:pt x="9077706" y="249809"/>
                  </a:cubicBezTo>
                  <a:lnTo>
                    <a:pt x="337693" y="249809"/>
                  </a:lnTo>
                  <a:cubicBezTo>
                    <a:pt x="335788" y="249809"/>
                    <a:pt x="333883" y="249301"/>
                    <a:pt x="332359" y="248158"/>
                  </a:cubicBezTo>
                  <a:lnTo>
                    <a:pt x="0" y="23241"/>
                  </a:lnTo>
                  <a:lnTo>
                    <a:pt x="10668" y="7493"/>
                  </a:lnTo>
                  <a:lnTo>
                    <a:pt x="343027" y="232410"/>
                  </a:lnTo>
                  <a:lnTo>
                    <a:pt x="337693" y="240284"/>
                  </a:lnTo>
                  <a:lnTo>
                    <a:pt x="337693" y="230759"/>
                  </a:lnTo>
                  <a:lnTo>
                    <a:pt x="9077706" y="230759"/>
                  </a:lnTo>
                  <a:lnTo>
                    <a:pt x="9077706" y="240284"/>
                  </a:lnTo>
                  <a:lnTo>
                    <a:pt x="9072372" y="232410"/>
                  </a:lnTo>
                  <a:lnTo>
                    <a:pt x="9415780" y="0"/>
                  </a:lnTo>
                  <a:close/>
                </a:path>
              </a:pathLst>
            </a:custGeom>
            <a:solidFill>
              <a:srgbClr val="4675FC">
                <a:alpha val="48627"/>
              </a:srgbClr>
            </a:solidFill>
          </p:spPr>
        </p:sp>
      </p:grpSp>
      <p:sp>
        <p:nvSpPr>
          <p:cNvPr name="TextBox 14" id="14"/>
          <p:cNvSpPr txBox="true"/>
          <p:nvPr/>
        </p:nvSpPr>
        <p:spPr>
          <a:xfrm rot="0">
            <a:off x="1424892" y="1802679"/>
            <a:ext cx="15834408" cy="7996342"/>
          </a:xfrm>
          <a:prstGeom prst="rect">
            <a:avLst/>
          </a:prstGeom>
        </p:spPr>
        <p:txBody>
          <a:bodyPr anchor="t" rtlCol="false" tIns="0" lIns="0" bIns="0" rIns="0">
            <a:spAutoFit/>
          </a:bodyPr>
          <a:lstStyle/>
          <a:p>
            <a:pPr algn="ctr">
              <a:lnSpc>
                <a:spcPts val="7985"/>
              </a:lnSpc>
            </a:pPr>
            <a:r>
              <a:rPr lang="en-US" sz="4436" spc="-235">
                <a:solidFill>
                  <a:srgbClr val="616163"/>
                </a:solidFill>
                <a:latin typeface="Mokoto Glitch 1"/>
                <a:ea typeface="Mokoto Glitch 1"/>
                <a:cs typeface="Mokoto Glitch 1"/>
                <a:sym typeface="Mokoto Glitch 1"/>
              </a:rPr>
              <a:t>Ahmed Mohamed      20240074</a:t>
            </a:r>
          </a:p>
          <a:p>
            <a:pPr algn="ctr">
              <a:lnSpc>
                <a:spcPts val="7985"/>
              </a:lnSpc>
            </a:pPr>
            <a:r>
              <a:rPr lang="en-US" sz="4436" spc="-235">
                <a:solidFill>
                  <a:srgbClr val="616163"/>
                </a:solidFill>
                <a:latin typeface="Mokoto Glitch 1"/>
                <a:ea typeface="Mokoto Glitch 1"/>
                <a:cs typeface="Mokoto Glitch 1"/>
                <a:sym typeface="Mokoto Glitch 1"/>
              </a:rPr>
              <a:t>Marwan Ahmed      20240918</a:t>
            </a:r>
          </a:p>
          <a:p>
            <a:pPr algn="ctr">
              <a:lnSpc>
                <a:spcPts val="7985"/>
              </a:lnSpc>
            </a:pPr>
            <a:r>
              <a:rPr lang="en-US" sz="4436" spc="-235">
                <a:solidFill>
                  <a:srgbClr val="616163"/>
                </a:solidFill>
                <a:latin typeface="Mokoto Glitch 1"/>
                <a:ea typeface="Mokoto Glitch 1"/>
                <a:cs typeface="Mokoto Glitch 1"/>
                <a:sym typeface="Mokoto Glitch 1"/>
              </a:rPr>
              <a:t>Eyad ahmed           20240175</a:t>
            </a:r>
          </a:p>
          <a:p>
            <a:pPr algn="ctr">
              <a:lnSpc>
                <a:spcPts val="7985"/>
              </a:lnSpc>
            </a:pPr>
            <a:r>
              <a:rPr lang="en-US" sz="4436" spc="-235">
                <a:solidFill>
                  <a:srgbClr val="616163"/>
                </a:solidFill>
                <a:latin typeface="Mokoto Glitch 1"/>
                <a:ea typeface="Mokoto Glitch 1"/>
                <a:cs typeface="Mokoto Glitch 1"/>
                <a:sym typeface="Mokoto Glitch 1"/>
              </a:rPr>
              <a:t>Lujain Sherif          20240740</a:t>
            </a:r>
          </a:p>
          <a:p>
            <a:pPr algn="ctr">
              <a:lnSpc>
                <a:spcPts val="7985"/>
              </a:lnSpc>
            </a:pPr>
            <a:r>
              <a:rPr lang="en-US" sz="4436" spc="-235">
                <a:solidFill>
                  <a:srgbClr val="616163"/>
                </a:solidFill>
                <a:latin typeface="Mokoto Glitch 1"/>
                <a:ea typeface="Mokoto Glitch 1"/>
                <a:cs typeface="Mokoto Glitch 1"/>
                <a:sym typeface="Mokoto Glitch 1"/>
              </a:rPr>
              <a:t>nourhan saeed        20241076</a:t>
            </a:r>
          </a:p>
          <a:p>
            <a:pPr algn="ctr">
              <a:lnSpc>
                <a:spcPts val="7985"/>
              </a:lnSpc>
            </a:pPr>
            <a:r>
              <a:rPr lang="en-US" sz="4436" spc="-235">
                <a:solidFill>
                  <a:srgbClr val="616163"/>
                </a:solidFill>
                <a:latin typeface="Mokoto Glitch 1"/>
                <a:ea typeface="Mokoto Glitch 1"/>
                <a:cs typeface="Mokoto Glitch 1"/>
                <a:sym typeface="Mokoto Glitch 1"/>
              </a:rPr>
              <a:t>hoda abd-elnasser  20241098</a:t>
            </a:r>
          </a:p>
          <a:p>
            <a:pPr algn="ctr">
              <a:lnSpc>
                <a:spcPts val="7985"/>
              </a:lnSpc>
            </a:pPr>
            <a:r>
              <a:rPr lang="en-US" sz="4436" spc="-235">
                <a:solidFill>
                  <a:srgbClr val="616163"/>
                </a:solidFill>
                <a:latin typeface="Mokoto Glitch 1"/>
                <a:ea typeface="Mokoto Glitch 1"/>
                <a:cs typeface="Mokoto Glitch 1"/>
                <a:sym typeface="Mokoto Glitch 1"/>
              </a:rPr>
              <a:t> sarah mohamed        20240406</a:t>
            </a:r>
          </a:p>
          <a:p>
            <a:pPr algn="ctr">
              <a:lnSpc>
                <a:spcPts val="7985"/>
              </a:lnSpc>
            </a:pPr>
            <a:r>
              <a:rPr lang="en-US" sz="4436" spc="-235">
                <a:solidFill>
                  <a:srgbClr val="616163"/>
                </a:solidFill>
                <a:latin typeface="Mokoto Glitch 1"/>
                <a:ea typeface="Mokoto Glitch 1"/>
                <a:cs typeface="Mokoto Glitch 1"/>
                <a:sym typeface="Mokoto Glitch 1"/>
              </a:rPr>
              <a:t> doaa amer              20240335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6667" y="0"/>
            <a:ext cx="18274665" cy="10287000"/>
            <a:chOff x="0" y="0"/>
            <a:chExt cx="24366220" cy="13716000"/>
          </a:xfrm>
        </p:grpSpPr>
        <p:sp>
          <p:nvSpPr>
            <p:cNvPr name="Freeform 3" id="3" descr="VCG2112800586751"/>
            <p:cNvSpPr/>
            <p:nvPr/>
          </p:nvSpPr>
          <p:spPr>
            <a:xfrm flipH="true" flipV="false" rot="0">
              <a:off x="0" y="0"/>
              <a:ext cx="24366220" cy="13716000"/>
            </a:xfrm>
            <a:custGeom>
              <a:avLst/>
              <a:gdLst/>
              <a:ahLst/>
              <a:cxnLst/>
              <a:rect r="r" b="b" t="t" l="l"/>
              <a:pathLst>
                <a:path h="13716000" w="24366220">
                  <a:moveTo>
                    <a:pt x="24366220" y="0"/>
                  </a:moveTo>
                  <a:lnTo>
                    <a:pt x="0" y="0"/>
                  </a:lnTo>
                  <a:lnTo>
                    <a:pt x="0" y="13716000"/>
                  </a:lnTo>
                  <a:lnTo>
                    <a:pt x="24366220" y="13716000"/>
                  </a:lnTo>
                  <a:lnTo>
                    <a:pt x="24366220" y="0"/>
                  </a:lnTo>
                  <a:close/>
                </a:path>
              </a:pathLst>
            </a:custGeom>
            <a:blipFill>
              <a:blip r:embed="rId3">
                <a:alphaModFix amt="19999"/>
              </a:blip>
              <a:stretch>
                <a:fillRect l="0" t="-2" r="0" b="-2"/>
              </a:stretch>
            </a:blipFill>
          </p:spPr>
        </p:sp>
      </p:grpSp>
      <p:grpSp>
        <p:nvGrpSpPr>
          <p:cNvPr name="Group 4" id="4"/>
          <p:cNvGrpSpPr/>
          <p:nvPr/>
        </p:nvGrpSpPr>
        <p:grpSpPr>
          <a:xfrm rot="-10800000">
            <a:off x="617334" y="421767"/>
            <a:ext cx="504139" cy="504139"/>
            <a:chOff x="0" y="0"/>
            <a:chExt cx="672186" cy="672186"/>
          </a:xfrm>
        </p:grpSpPr>
        <p:sp>
          <p:nvSpPr>
            <p:cNvPr name="Freeform 5" id="5"/>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16200000"/>
            </a:gradFill>
          </p:spPr>
        </p:sp>
      </p:grpSp>
      <p:grpSp>
        <p:nvGrpSpPr>
          <p:cNvPr name="Group 6" id="6"/>
          <p:cNvGrpSpPr/>
          <p:nvPr/>
        </p:nvGrpSpPr>
        <p:grpSpPr>
          <a:xfrm rot="0">
            <a:off x="17307039" y="9407652"/>
            <a:ext cx="504139" cy="504139"/>
            <a:chOff x="0" y="0"/>
            <a:chExt cx="672186" cy="672186"/>
          </a:xfrm>
        </p:grpSpPr>
        <p:sp>
          <p:nvSpPr>
            <p:cNvPr name="Freeform 7" id="7"/>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5400000"/>
            </a:gradFill>
          </p:spPr>
        </p:sp>
      </p:grpSp>
      <p:sp>
        <p:nvSpPr>
          <p:cNvPr name="AutoShape 8" id="8"/>
          <p:cNvSpPr/>
          <p:nvPr/>
        </p:nvSpPr>
        <p:spPr>
          <a:xfrm rot="7208220">
            <a:off x="-5802554" y="4151662"/>
            <a:ext cx="17307735" cy="0"/>
          </a:xfrm>
          <a:prstGeom prst="line">
            <a:avLst/>
          </a:prstGeom>
          <a:ln cap="rnd" w="9525">
            <a:solidFill>
              <a:srgbClr val="000000"/>
            </a:solidFill>
            <a:prstDash val="solid"/>
            <a:headEnd type="none" len="sm" w="sm"/>
            <a:tailEnd type="none" len="sm" w="sm"/>
          </a:ln>
        </p:spPr>
      </p:sp>
      <p:sp>
        <p:nvSpPr>
          <p:cNvPr name="AutoShape 9" id="9"/>
          <p:cNvSpPr/>
          <p:nvPr/>
        </p:nvSpPr>
        <p:spPr>
          <a:xfrm rot="7208220">
            <a:off x="-6761721" y="4151662"/>
            <a:ext cx="17307735" cy="0"/>
          </a:xfrm>
          <a:prstGeom prst="line">
            <a:avLst/>
          </a:prstGeom>
          <a:ln cap="rnd" w="9525">
            <a:solidFill>
              <a:srgbClr val="000000"/>
            </a:solidFill>
            <a:prstDash val="solid"/>
            <a:headEnd type="none" len="sm" w="sm"/>
            <a:tailEnd type="none" len="sm" w="sm"/>
          </a:ln>
        </p:spPr>
      </p:sp>
      <p:sp>
        <p:nvSpPr>
          <p:cNvPr name="AutoShape 10" id="10"/>
          <p:cNvSpPr/>
          <p:nvPr/>
        </p:nvSpPr>
        <p:spPr>
          <a:xfrm rot="7208220">
            <a:off x="7743901" y="4151662"/>
            <a:ext cx="17307735" cy="0"/>
          </a:xfrm>
          <a:prstGeom prst="line">
            <a:avLst/>
          </a:prstGeom>
          <a:ln cap="rnd" w="9525">
            <a:solidFill>
              <a:srgbClr val="000000"/>
            </a:solidFill>
            <a:prstDash val="solid"/>
            <a:headEnd type="none" len="sm" w="sm"/>
            <a:tailEnd type="none" len="sm" w="sm"/>
          </a:ln>
        </p:spPr>
      </p:sp>
      <p:sp>
        <p:nvSpPr>
          <p:cNvPr name="AutoShape 11" id="11"/>
          <p:cNvSpPr/>
          <p:nvPr/>
        </p:nvSpPr>
        <p:spPr>
          <a:xfrm rot="7208220">
            <a:off x="6784734" y="4151662"/>
            <a:ext cx="17307735" cy="0"/>
          </a:xfrm>
          <a:prstGeom prst="line">
            <a:avLst/>
          </a:prstGeom>
          <a:ln cap="rnd" w="9525">
            <a:solidFill>
              <a:srgbClr val="000000"/>
            </a:solidFill>
            <a:prstDash val="solid"/>
            <a:headEnd type="none" len="sm" w="sm"/>
            <a:tailEnd type="none" len="sm" w="sm"/>
          </a:ln>
        </p:spPr>
      </p:sp>
      <p:sp>
        <p:nvSpPr>
          <p:cNvPr name="Freeform 12" id="12"/>
          <p:cNvSpPr/>
          <p:nvPr/>
        </p:nvSpPr>
        <p:spPr>
          <a:xfrm flipH="false" flipV="false" rot="0">
            <a:off x="-14899005" y="-26597772"/>
            <a:ext cx="48963262" cy="60736858"/>
          </a:xfrm>
          <a:custGeom>
            <a:avLst/>
            <a:gdLst/>
            <a:ahLst/>
            <a:cxnLst/>
            <a:rect r="r" b="b" t="t" l="l"/>
            <a:pathLst>
              <a:path h="60736858" w="48963262">
                <a:moveTo>
                  <a:pt x="0" y="0"/>
                </a:moveTo>
                <a:lnTo>
                  <a:pt x="48963263" y="0"/>
                </a:lnTo>
                <a:lnTo>
                  <a:pt x="48963263" y="60736858"/>
                </a:lnTo>
                <a:lnTo>
                  <a:pt x="0" y="607368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554105" y="2628471"/>
            <a:ext cx="17727227" cy="5430579"/>
          </a:xfrm>
          <a:prstGeom prst="rect">
            <a:avLst/>
          </a:prstGeom>
        </p:spPr>
        <p:txBody>
          <a:bodyPr anchor="t" rtlCol="false" tIns="0" lIns="0" bIns="0" rIns="0">
            <a:spAutoFit/>
          </a:bodyPr>
          <a:lstStyle/>
          <a:p>
            <a:pPr algn="l">
              <a:lnSpc>
                <a:spcPts val="4759"/>
              </a:lnSpc>
            </a:pPr>
            <a:r>
              <a:rPr lang="en-US" sz="3965" b="true">
                <a:solidFill>
                  <a:srgbClr val="FFFFFF"/>
                </a:solidFill>
                <a:latin typeface="Inter Bold"/>
                <a:ea typeface="Inter Bold"/>
                <a:cs typeface="Inter Bold"/>
                <a:sym typeface="Inter Bold"/>
              </a:rPr>
              <a:t>Simulate a company where four routers connect the Corporate HQ, Data Center, Fulfillment Center (80 hosts), and Shipping Hub (14 hosts). VLSM is used to assign addresses starting from a private 172.16.0.0 block. The Data Center hosts the public-facing Web Server and DNS Server. </a:t>
            </a:r>
            <a:r>
              <a:rPr lang="en-US" sz="3965" b="true">
                <a:solidFill>
                  <a:srgbClr val="FFFFFF"/>
                </a:solidFill>
                <a:latin typeface="Inter Bold"/>
                <a:ea typeface="Inter Bold"/>
                <a:cs typeface="Inter Bold"/>
                <a:sym typeface="Inter Bold"/>
              </a:rPr>
              <a:t>To sync inventory data, a VPN is established between the Fulfillment Center and the Data Center using Static Routing through the 4-router path. The edge routers must implement Static NAT for the storefront. All troubleshooting must be documented using ICMP "extended pings" to ensure the VPN remains stable across the multiple hops.</a:t>
            </a:r>
          </a:p>
        </p:txBody>
      </p:sp>
      <p:grpSp>
        <p:nvGrpSpPr>
          <p:cNvPr name="Group 14" id="14"/>
          <p:cNvGrpSpPr/>
          <p:nvPr/>
        </p:nvGrpSpPr>
        <p:grpSpPr>
          <a:xfrm rot="0">
            <a:off x="869404" y="925906"/>
            <a:ext cx="7393149" cy="1108778"/>
            <a:chOff x="0" y="0"/>
            <a:chExt cx="4704907" cy="705612"/>
          </a:xfrm>
        </p:grpSpPr>
        <p:sp>
          <p:nvSpPr>
            <p:cNvPr name="Freeform 15" id="15"/>
            <p:cNvSpPr/>
            <p:nvPr/>
          </p:nvSpPr>
          <p:spPr>
            <a:xfrm flipH="false" flipV="false" rot="0">
              <a:off x="0" y="0"/>
              <a:ext cx="4704907" cy="705612"/>
            </a:xfrm>
            <a:custGeom>
              <a:avLst/>
              <a:gdLst/>
              <a:ahLst/>
              <a:cxnLst/>
              <a:rect r="r" b="b" t="t" l="l"/>
              <a:pathLst>
                <a:path h="705612" w="4704907">
                  <a:moveTo>
                    <a:pt x="0" y="705612"/>
                  </a:moveTo>
                  <a:lnTo>
                    <a:pt x="638893" y="0"/>
                  </a:lnTo>
                  <a:lnTo>
                    <a:pt x="4704907" y="0"/>
                  </a:lnTo>
                  <a:lnTo>
                    <a:pt x="4066013" y="705612"/>
                  </a:lnTo>
                  <a:close/>
                </a:path>
              </a:pathLst>
            </a:custGeom>
            <a:gradFill rotWithShape="true">
              <a:gsLst>
                <a:gs pos="0">
                  <a:srgbClr val="4675FC">
                    <a:alpha val="100000"/>
                  </a:srgbClr>
                </a:gs>
                <a:gs pos="100000">
                  <a:srgbClr val="4675FC">
                    <a:alpha val="0"/>
                  </a:srgbClr>
                </a:gs>
              </a:gsLst>
              <a:lin ang="1800000"/>
            </a:gradFill>
          </p:spPr>
        </p:sp>
      </p:grpSp>
      <p:sp>
        <p:nvSpPr>
          <p:cNvPr name="TextBox 16" id="16"/>
          <p:cNvSpPr txBox="true"/>
          <p:nvPr/>
        </p:nvSpPr>
        <p:spPr>
          <a:xfrm rot="0">
            <a:off x="869404" y="1177254"/>
            <a:ext cx="6682783" cy="701331"/>
          </a:xfrm>
          <a:prstGeom prst="rect">
            <a:avLst/>
          </a:prstGeom>
        </p:spPr>
        <p:txBody>
          <a:bodyPr anchor="t" rtlCol="false" tIns="0" lIns="0" bIns="0" rIns="0">
            <a:spAutoFit/>
          </a:bodyPr>
          <a:lstStyle/>
          <a:p>
            <a:pPr algn="ctr">
              <a:lnSpc>
                <a:spcPts val="5195"/>
              </a:lnSpc>
            </a:pPr>
            <a:r>
              <a:rPr lang="en-US" sz="5247">
                <a:solidFill>
                  <a:srgbClr val="D9D9D9"/>
                </a:solidFill>
                <a:latin typeface="Chewy"/>
                <a:ea typeface="Chewy"/>
                <a:cs typeface="Chewy"/>
                <a:sym typeface="Chewy"/>
              </a:rPr>
              <a:t>ABOUT</a:t>
            </a:r>
            <a:r>
              <a:rPr lang="en-US" sz="5247">
                <a:solidFill>
                  <a:srgbClr val="D9D9D9"/>
                </a:solidFill>
                <a:latin typeface="Chewy"/>
                <a:ea typeface="Chewy"/>
                <a:cs typeface="Chewy"/>
                <a:sym typeface="Chewy"/>
              </a:rPr>
              <a:t> PROJECT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10800000">
            <a:off x="-1080135" y="-953"/>
            <a:ext cx="18288952" cy="10287000"/>
            <a:chOff x="0" y="0"/>
            <a:chExt cx="24385270" cy="13716000"/>
          </a:xfrm>
        </p:grpSpPr>
        <p:sp>
          <p:nvSpPr>
            <p:cNvPr name="Freeform 3" id="3" descr="VCG211280058674"/>
            <p:cNvSpPr/>
            <p:nvPr/>
          </p:nvSpPr>
          <p:spPr>
            <a:xfrm flipH="false" flipV="false" rot="0">
              <a:off x="0" y="0"/>
              <a:ext cx="24385270" cy="13716000"/>
            </a:xfrm>
            <a:custGeom>
              <a:avLst/>
              <a:gdLst/>
              <a:ahLst/>
              <a:cxnLst/>
              <a:rect r="r" b="b" t="t" l="l"/>
              <a:pathLst>
                <a:path h="13716000" w="24385270">
                  <a:moveTo>
                    <a:pt x="0" y="0"/>
                  </a:moveTo>
                  <a:lnTo>
                    <a:pt x="24385270" y="0"/>
                  </a:lnTo>
                  <a:lnTo>
                    <a:pt x="24385270" y="13716000"/>
                  </a:lnTo>
                  <a:lnTo>
                    <a:pt x="0" y="13716000"/>
                  </a:lnTo>
                  <a:lnTo>
                    <a:pt x="0" y="0"/>
                  </a:lnTo>
                  <a:close/>
                </a:path>
              </a:pathLst>
            </a:custGeom>
            <a:blipFill>
              <a:blip r:embed="rId3">
                <a:alphaModFix amt="9999"/>
              </a:blip>
              <a:stretch>
                <a:fillRect l="0" t="-9244" r="0" b="-9244"/>
              </a:stretch>
            </a:blipFill>
          </p:spPr>
        </p:sp>
      </p:grpSp>
      <p:grpSp>
        <p:nvGrpSpPr>
          <p:cNvPr name="Group 4" id="4"/>
          <p:cNvGrpSpPr/>
          <p:nvPr/>
        </p:nvGrpSpPr>
        <p:grpSpPr>
          <a:xfrm rot="0">
            <a:off x="605790" y="1219200"/>
            <a:ext cx="17092612" cy="8640128"/>
            <a:chOff x="0" y="0"/>
            <a:chExt cx="22790150" cy="11520170"/>
          </a:xfrm>
        </p:grpSpPr>
        <p:sp>
          <p:nvSpPr>
            <p:cNvPr name="Freeform 5" id="5"/>
            <p:cNvSpPr/>
            <p:nvPr/>
          </p:nvSpPr>
          <p:spPr>
            <a:xfrm flipH="false" flipV="false" rot="0">
              <a:off x="0" y="0"/>
              <a:ext cx="22790150" cy="11520170"/>
            </a:xfrm>
            <a:custGeom>
              <a:avLst/>
              <a:gdLst/>
              <a:ahLst/>
              <a:cxnLst/>
              <a:rect r="r" b="b" t="t" l="l"/>
              <a:pathLst>
                <a:path h="11520170" w="22790150">
                  <a:moveTo>
                    <a:pt x="0" y="0"/>
                  </a:moveTo>
                  <a:lnTo>
                    <a:pt x="22790150" y="0"/>
                  </a:lnTo>
                  <a:lnTo>
                    <a:pt x="22790150" y="11520170"/>
                  </a:lnTo>
                  <a:lnTo>
                    <a:pt x="0" y="11520170"/>
                  </a:lnTo>
                  <a:lnTo>
                    <a:pt x="0" y="0"/>
                  </a:lnTo>
                  <a:close/>
                </a:path>
              </a:pathLst>
            </a:custGeom>
            <a:blipFill>
              <a:blip r:embed="rId4"/>
              <a:stretch>
                <a:fillRect l="-13558" t="0" r="-13558" b="0"/>
              </a:stretch>
            </a:blipFill>
          </p:spPr>
        </p:sp>
      </p:grpSp>
      <p:sp>
        <p:nvSpPr>
          <p:cNvPr name="TextBox 6" id="6"/>
          <p:cNvSpPr txBox="true"/>
          <p:nvPr/>
        </p:nvSpPr>
        <p:spPr>
          <a:xfrm rot="0">
            <a:off x="4725163" y="285750"/>
            <a:ext cx="8853866" cy="933450"/>
          </a:xfrm>
          <a:prstGeom prst="rect">
            <a:avLst/>
          </a:prstGeom>
        </p:spPr>
        <p:txBody>
          <a:bodyPr anchor="t" rtlCol="false" tIns="0" lIns="0" bIns="0" rIns="0">
            <a:spAutoFit/>
          </a:bodyPr>
          <a:lstStyle/>
          <a:p>
            <a:pPr algn="ctr">
              <a:lnSpc>
                <a:spcPts val="7200"/>
              </a:lnSpc>
            </a:pPr>
            <a:r>
              <a:rPr lang="en-US" sz="6000">
                <a:solidFill>
                  <a:srgbClr val="4675FC"/>
                </a:solidFill>
                <a:latin typeface="Mokoto Glitch 1"/>
                <a:ea typeface="Mokoto Glitch 1"/>
                <a:cs typeface="Mokoto Glitch 1"/>
                <a:sym typeface="Mokoto Glitch 1"/>
              </a:rPr>
              <a:t>topology</a:t>
            </a:r>
            <a:r>
              <a:rPr lang="en-US" sz="6000">
                <a:solidFill>
                  <a:srgbClr val="4675FC"/>
                </a:solidFill>
                <a:latin typeface="Mokoto Glitch 1"/>
                <a:ea typeface="Mokoto Glitch 1"/>
                <a:cs typeface="Mokoto Glitch 1"/>
                <a:sym typeface="Mokoto Glitch 1"/>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TextBox 2" id="2"/>
          <p:cNvSpPr txBox="true"/>
          <p:nvPr/>
        </p:nvSpPr>
        <p:spPr>
          <a:xfrm rot="0">
            <a:off x="5637632" y="206753"/>
            <a:ext cx="6969443" cy="552450"/>
          </a:xfrm>
          <a:prstGeom prst="rect">
            <a:avLst/>
          </a:prstGeom>
        </p:spPr>
        <p:txBody>
          <a:bodyPr anchor="t" rtlCol="false" tIns="0" lIns="0" bIns="0" rIns="0">
            <a:spAutoFit/>
          </a:bodyPr>
          <a:lstStyle/>
          <a:p>
            <a:pPr algn="ctr">
              <a:lnSpc>
                <a:spcPts val="4320"/>
              </a:lnSpc>
            </a:pPr>
            <a:r>
              <a:rPr lang="en-US" sz="3600" b="true">
                <a:solidFill>
                  <a:srgbClr val="FFFFFF"/>
                </a:solidFill>
                <a:latin typeface="Inter Bold"/>
                <a:ea typeface="Inter Bold"/>
                <a:cs typeface="Inter Bold"/>
                <a:sym typeface="Inter Bold"/>
              </a:rPr>
              <a:t>VLSM PRIVATE</a:t>
            </a:r>
          </a:p>
        </p:txBody>
      </p:sp>
      <p:sp>
        <p:nvSpPr>
          <p:cNvPr name="Freeform 3" id="3"/>
          <p:cNvSpPr/>
          <p:nvPr/>
        </p:nvSpPr>
        <p:spPr>
          <a:xfrm flipH="false" flipV="false" rot="0">
            <a:off x="5637632" y="462975"/>
            <a:ext cx="1318260" cy="296228"/>
          </a:xfrm>
          <a:custGeom>
            <a:avLst/>
            <a:gdLst/>
            <a:ahLst/>
            <a:cxnLst/>
            <a:rect r="r" b="b" t="t" l="l"/>
            <a:pathLst>
              <a:path h="296228" w="1318260">
                <a:moveTo>
                  <a:pt x="0" y="0"/>
                </a:moveTo>
                <a:lnTo>
                  <a:pt x="1318260" y="0"/>
                </a:lnTo>
                <a:lnTo>
                  <a:pt x="1318260" y="296228"/>
                </a:lnTo>
                <a:lnTo>
                  <a:pt x="0" y="296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46977" y="462975"/>
            <a:ext cx="1318260" cy="296228"/>
          </a:xfrm>
          <a:custGeom>
            <a:avLst/>
            <a:gdLst/>
            <a:ahLst/>
            <a:cxnLst/>
            <a:rect r="r" b="b" t="t" l="l"/>
            <a:pathLst>
              <a:path h="296228" w="1318260">
                <a:moveTo>
                  <a:pt x="0" y="0"/>
                </a:moveTo>
                <a:lnTo>
                  <a:pt x="1318260" y="0"/>
                </a:lnTo>
                <a:lnTo>
                  <a:pt x="1318260" y="296228"/>
                </a:lnTo>
                <a:lnTo>
                  <a:pt x="0" y="2962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17285" y="1046836"/>
            <a:ext cx="15654383" cy="4096664"/>
          </a:xfrm>
          <a:custGeom>
            <a:avLst/>
            <a:gdLst/>
            <a:ahLst/>
            <a:cxnLst/>
            <a:rect r="r" b="b" t="t" l="l"/>
            <a:pathLst>
              <a:path h="4096664" w="15654383">
                <a:moveTo>
                  <a:pt x="0" y="0"/>
                </a:moveTo>
                <a:lnTo>
                  <a:pt x="15654383" y="0"/>
                </a:lnTo>
                <a:lnTo>
                  <a:pt x="15654383" y="4096664"/>
                </a:lnTo>
                <a:lnTo>
                  <a:pt x="0" y="4096664"/>
                </a:lnTo>
                <a:lnTo>
                  <a:pt x="0" y="0"/>
                </a:lnTo>
                <a:close/>
              </a:path>
            </a:pathLst>
          </a:custGeom>
          <a:blipFill>
            <a:blip r:embed="rId7"/>
            <a:stretch>
              <a:fillRect l="-37385" t="-83173" r="-36350" b="-190262"/>
            </a:stretch>
          </a:blipFill>
        </p:spPr>
      </p:sp>
      <p:sp>
        <p:nvSpPr>
          <p:cNvPr name="Freeform 6" id="6"/>
          <p:cNvSpPr/>
          <p:nvPr/>
        </p:nvSpPr>
        <p:spPr>
          <a:xfrm flipH="false" flipV="false" rot="0">
            <a:off x="3914199" y="6435588"/>
            <a:ext cx="10416308" cy="3851412"/>
          </a:xfrm>
          <a:custGeom>
            <a:avLst/>
            <a:gdLst/>
            <a:ahLst/>
            <a:cxnLst/>
            <a:rect r="r" b="b" t="t" l="l"/>
            <a:pathLst>
              <a:path h="3851412" w="10416308">
                <a:moveTo>
                  <a:pt x="0" y="0"/>
                </a:moveTo>
                <a:lnTo>
                  <a:pt x="10416309" y="0"/>
                </a:lnTo>
                <a:lnTo>
                  <a:pt x="10416309" y="3851412"/>
                </a:lnTo>
                <a:lnTo>
                  <a:pt x="0" y="3851412"/>
                </a:lnTo>
                <a:lnTo>
                  <a:pt x="0" y="0"/>
                </a:lnTo>
                <a:close/>
              </a:path>
            </a:pathLst>
          </a:custGeom>
          <a:blipFill>
            <a:blip r:embed="rId7"/>
            <a:stretch>
              <a:fillRect l="-47008" t="-189756" r="-83970" b="-61633"/>
            </a:stretch>
          </a:blipFill>
        </p:spPr>
      </p:sp>
      <p:sp>
        <p:nvSpPr>
          <p:cNvPr name="TextBox 7" id="7"/>
          <p:cNvSpPr txBox="true"/>
          <p:nvPr/>
        </p:nvSpPr>
        <p:spPr>
          <a:xfrm rot="0">
            <a:off x="5637632" y="5646476"/>
            <a:ext cx="6969443" cy="552450"/>
          </a:xfrm>
          <a:prstGeom prst="rect">
            <a:avLst/>
          </a:prstGeom>
        </p:spPr>
        <p:txBody>
          <a:bodyPr anchor="t" rtlCol="false" tIns="0" lIns="0" bIns="0" rIns="0">
            <a:spAutoFit/>
          </a:bodyPr>
          <a:lstStyle/>
          <a:p>
            <a:pPr algn="ctr">
              <a:lnSpc>
                <a:spcPts val="4320"/>
              </a:lnSpc>
            </a:pPr>
            <a:r>
              <a:rPr lang="en-US" sz="3600" b="true">
                <a:solidFill>
                  <a:srgbClr val="FFFFFF"/>
                </a:solidFill>
                <a:latin typeface="Inter Bold"/>
                <a:ea typeface="Inter Bold"/>
                <a:cs typeface="Inter Bold"/>
                <a:sym typeface="Inter Bold"/>
              </a:rPr>
              <a:t>VLSM WAN Links</a:t>
            </a:r>
          </a:p>
        </p:txBody>
      </p:sp>
      <p:sp>
        <p:nvSpPr>
          <p:cNvPr name="Freeform 8" id="8"/>
          <p:cNvSpPr/>
          <p:nvPr/>
        </p:nvSpPr>
        <p:spPr>
          <a:xfrm flipH="false" flipV="false" rot="0">
            <a:off x="5637632" y="5902698"/>
            <a:ext cx="1318260" cy="296227"/>
          </a:xfrm>
          <a:custGeom>
            <a:avLst/>
            <a:gdLst/>
            <a:ahLst/>
            <a:cxnLst/>
            <a:rect r="r" b="b" t="t" l="l"/>
            <a:pathLst>
              <a:path h="296227" w="1318260">
                <a:moveTo>
                  <a:pt x="0" y="0"/>
                </a:moveTo>
                <a:lnTo>
                  <a:pt x="1318260" y="0"/>
                </a:lnTo>
                <a:lnTo>
                  <a:pt x="1318260" y="296228"/>
                </a:lnTo>
                <a:lnTo>
                  <a:pt x="0" y="296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288815" y="5927463"/>
            <a:ext cx="1318260" cy="296227"/>
          </a:xfrm>
          <a:custGeom>
            <a:avLst/>
            <a:gdLst/>
            <a:ahLst/>
            <a:cxnLst/>
            <a:rect r="r" b="b" t="t" l="l"/>
            <a:pathLst>
              <a:path h="296227" w="1318260">
                <a:moveTo>
                  <a:pt x="0" y="0"/>
                </a:moveTo>
                <a:lnTo>
                  <a:pt x="1318260" y="0"/>
                </a:lnTo>
                <a:lnTo>
                  <a:pt x="1318260" y="296228"/>
                </a:lnTo>
                <a:lnTo>
                  <a:pt x="0" y="2962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13335" y="0"/>
            <a:ext cx="18274665" cy="10287000"/>
            <a:chOff x="0" y="0"/>
            <a:chExt cx="24366220" cy="13716000"/>
          </a:xfrm>
        </p:grpSpPr>
        <p:sp>
          <p:nvSpPr>
            <p:cNvPr name="Freeform 3" id="3" descr="VCG2112800586751"/>
            <p:cNvSpPr/>
            <p:nvPr/>
          </p:nvSpPr>
          <p:spPr>
            <a:xfrm flipH="true" flipV="false" rot="0">
              <a:off x="0" y="0"/>
              <a:ext cx="24366220" cy="13716000"/>
            </a:xfrm>
            <a:custGeom>
              <a:avLst/>
              <a:gdLst/>
              <a:ahLst/>
              <a:cxnLst/>
              <a:rect r="r" b="b" t="t" l="l"/>
              <a:pathLst>
                <a:path h="13716000" w="24366220">
                  <a:moveTo>
                    <a:pt x="24366220" y="0"/>
                  </a:moveTo>
                  <a:lnTo>
                    <a:pt x="0" y="0"/>
                  </a:lnTo>
                  <a:lnTo>
                    <a:pt x="0" y="13716000"/>
                  </a:lnTo>
                  <a:lnTo>
                    <a:pt x="24366220" y="13716000"/>
                  </a:lnTo>
                  <a:lnTo>
                    <a:pt x="24366220" y="0"/>
                  </a:lnTo>
                  <a:close/>
                </a:path>
              </a:pathLst>
            </a:custGeom>
            <a:blipFill>
              <a:blip r:embed="rId3">
                <a:alphaModFix amt="19999"/>
              </a:blip>
              <a:stretch>
                <a:fillRect l="0" t="-2" r="0" b="-2"/>
              </a:stretch>
            </a:blipFill>
          </p:spPr>
        </p:sp>
      </p:grpSp>
      <p:pic>
        <p:nvPicPr>
          <p:cNvPr name="Picture 4" id="4"/>
          <p:cNvPicPr>
            <a:picLocks noChangeAspect="true"/>
          </p:cNvPicPr>
          <p:nvPr/>
        </p:nvPicPr>
        <p:blipFill>
          <a:blip r:embed="rId4"/>
          <a:stretch>
            <a:fillRect/>
          </a:stretch>
        </p:blipFill>
        <p:spPr>
          <a:xfrm rot="0">
            <a:off x="2970466" y="6087046"/>
            <a:ext cx="2301050" cy="2713482"/>
          </a:xfrm>
          <a:prstGeom prst="rect">
            <a:avLst/>
          </a:prstGeom>
        </p:spPr>
      </p:pic>
      <p:grpSp>
        <p:nvGrpSpPr>
          <p:cNvPr name="Group 5" id="5"/>
          <p:cNvGrpSpPr/>
          <p:nvPr/>
        </p:nvGrpSpPr>
        <p:grpSpPr>
          <a:xfrm rot="0">
            <a:off x="10517402" y="1028700"/>
            <a:ext cx="7398318" cy="2361248"/>
            <a:chOff x="0" y="0"/>
            <a:chExt cx="9864424" cy="3148330"/>
          </a:xfrm>
        </p:grpSpPr>
        <p:sp>
          <p:nvSpPr>
            <p:cNvPr name="Freeform 6" id="6"/>
            <p:cNvSpPr/>
            <p:nvPr/>
          </p:nvSpPr>
          <p:spPr>
            <a:xfrm flipH="false" flipV="false" rot="0">
              <a:off x="0" y="0"/>
              <a:ext cx="9864423" cy="3148330"/>
            </a:xfrm>
            <a:custGeom>
              <a:avLst/>
              <a:gdLst/>
              <a:ahLst/>
              <a:cxnLst/>
              <a:rect r="r" b="b" t="t" l="l"/>
              <a:pathLst>
                <a:path h="3148330" w="9864423">
                  <a:moveTo>
                    <a:pt x="0" y="0"/>
                  </a:moveTo>
                  <a:lnTo>
                    <a:pt x="9864423" y="0"/>
                  </a:lnTo>
                  <a:lnTo>
                    <a:pt x="9864423" y="3148330"/>
                  </a:lnTo>
                  <a:lnTo>
                    <a:pt x="0" y="3148330"/>
                  </a:lnTo>
                  <a:lnTo>
                    <a:pt x="0" y="0"/>
                  </a:lnTo>
                  <a:close/>
                </a:path>
              </a:pathLst>
            </a:custGeom>
            <a:blipFill>
              <a:blip r:embed="rId5"/>
              <a:stretch>
                <a:fillRect l="0" t="-6967" r="0" b="-6967"/>
              </a:stretch>
            </a:blipFill>
          </p:spPr>
        </p:sp>
      </p:grpSp>
      <p:grpSp>
        <p:nvGrpSpPr>
          <p:cNvPr name="Group 7" id="7"/>
          <p:cNvGrpSpPr/>
          <p:nvPr/>
        </p:nvGrpSpPr>
        <p:grpSpPr>
          <a:xfrm rot="0">
            <a:off x="315145" y="164418"/>
            <a:ext cx="5762889" cy="864282"/>
            <a:chOff x="0" y="0"/>
            <a:chExt cx="4704907" cy="705612"/>
          </a:xfrm>
        </p:grpSpPr>
        <p:sp>
          <p:nvSpPr>
            <p:cNvPr name="Freeform 8" id="8"/>
            <p:cNvSpPr/>
            <p:nvPr/>
          </p:nvSpPr>
          <p:spPr>
            <a:xfrm flipH="false" flipV="false" rot="0">
              <a:off x="0" y="0"/>
              <a:ext cx="4704907" cy="705612"/>
            </a:xfrm>
            <a:custGeom>
              <a:avLst/>
              <a:gdLst/>
              <a:ahLst/>
              <a:cxnLst/>
              <a:rect r="r" b="b" t="t" l="l"/>
              <a:pathLst>
                <a:path h="705612" w="4704907">
                  <a:moveTo>
                    <a:pt x="0" y="705612"/>
                  </a:moveTo>
                  <a:lnTo>
                    <a:pt x="638893" y="0"/>
                  </a:lnTo>
                  <a:lnTo>
                    <a:pt x="4704907" y="0"/>
                  </a:lnTo>
                  <a:lnTo>
                    <a:pt x="4066013" y="705612"/>
                  </a:lnTo>
                  <a:close/>
                </a:path>
              </a:pathLst>
            </a:custGeom>
            <a:gradFill rotWithShape="true">
              <a:gsLst>
                <a:gs pos="0">
                  <a:srgbClr val="4675FC">
                    <a:alpha val="100000"/>
                  </a:srgbClr>
                </a:gs>
                <a:gs pos="100000">
                  <a:srgbClr val="4675FC">
                    <a:alpha val="0"/>
                  </a:srgbClr>
                </a:gs>
              </a:gsLst>
              <a:lin ang="1800000"/>
            </a:gradFill>
          </p:spPr>
        </p:sp>
      </p:grpSp>
      <p:sp>
        <p:nvSpPr>
          <p:cNvPr name="TextBox 9" id="9"/>
          <p:cNvSpPr txBox="true"/>
          <p:nvPr/>
        </p:nvSpPr>
        <p:spPr>
          <a:xfrm rot="0">
            <a:off x="1316295" y="258952"/>
            <a:ext cx="3362515" cy="684739"/>
          </a:xfrm>
          <a:prstGeom prst="rect">
            <a:avLst/>
          </a:prstGeom>
        </p:spPr>
        <p:txBody>
          <a:bodyPr anchor="t" rtlCol="false" tIns="0" lIns="0" bIns="0" rIns="0">
            <a:spAutoFit/>
          </a:bodyPr>
          <a:lstStyle/>
          <a:p>
            <a:pPr algn="l">
              <a:lnSpc>
                <a:spcPts val="5482"/>
              </a:lnSpc>
            </a:pPr>
            <a:r>
              <a:rPr lang="en-US" sz="4569" b="true">
                <a:solidFill>
                  <a:srgbClr val="FFFFFF"/>
                </a:solidFill>
                <a:latin typeface="Montserrat Bold"/>
                <a:ea typeface="Montserrat Bold"/>
                <a:cs typeface="Montserrat Bold"/>
                <a:sym typeface="Montserrat Bold"/>
              </a:rPr>
              <a:t>HQ : DHCP</a:t>
            </a:r>
          </a:p>
        </p:txBody>
      </p:sp>
      <p:grpSp>
        <p:nvGrpSpPr>
          <p:cNvPr name="Group 10" id="10"/>
          <p:cNvGrpSpPr/>
          <p:nvPr/>
        </p:nvGrpSpPr>
        <p:grpSpPr>
          <a:xfrm rot="0">
            <a:off x="280511" y="2938064"/>
            <a:ext cx="7680960" cy="7166610"/>
            <a:chOff x="0" y="0"/>
            <a:chExt cx="10241280" cy="9555480"/>
          </a:xfrm>
        </p:grpSpPr>
        <p:sp>
          <p:nvSpPr>
            <p:cNvPr name="Freeform 11" id="11"/>
            <p:cNvSpPr/>
            <p:nvPr/>
          </p:nvSpPr>
          <p:spPr>
            <a:xfrm flipH="false" flipV="false" rot="0">
              <a:off x="0" y="0"/>
              <a:ext cx="10241280" cy="9555480"/>
            </a:xfrm>
            <a:custGeom>
              <a:avLst/>
              <a:gdLst/>
              <a:ahLst/>
              <a:cxnLst/>
              <a:rect r="r" b="b" t="t" l="l"/>
              <a:pathLst>
                <a:path h="9555480" w="10241280">
                  <a:moveTo>
                    <a:pt x="0" y="0"/>
                  </a:moveTo>
                  <a:lnTo>
                    <a:pt x="10241280" y="0"/>
                  </a:lnTo>
                  <a:lnTo>
                    <a:pt x="10241280" y="9555480"/>
                  </a:lnTo>
                  <a:lnTo>
                    <a:pt x="0" y="9555480"/>
                  </a:lnTo>
                  <a:lnTo>
                    <a:pt x="0" y="0"/>
                  </a:lnTo>
                  <a:close/>
                </a:path>
              </a:pathLst>
            </a:custGeom>
            <a:blipFill>
              <a:blip r:embed="rId6"/>
              <a:stretch>
                <a:fillRect l="0" t="0" r="0" b="0"/>
              </a:stretch>
            </a:blipFill>
          </p:spPr>
        </p:sp>
      </p:grpSp>
      <p:grpSp>
        <p:nvGrpSpPr>
          <p:cNvPr name="Group 12" id="12"/>
          <p:cNvGrpSpPr/>
          <p:nvPr/>
        </p:nvGrpSpPr>
        <p:grpSpPr>
          <a:xfrm rot="0">
            <a:off x="12977960" y="7196691"/>
            <a:ext cx="5045392" cy="2907983"/>
            <a:chOff x="0" y="0"/>
            <a:chExt cx="6727190" cy="3877310"/>
          </a:xfrm>
        </p:grpSpPr>
        <p:sp>
          <p:nvSpPr>
            <p:cNvPr name="Freeform 13" id="13"/>
            <p:cNvSpPr/>
            <p:nvPr/>
          </p:nvSpPr>
          <p:spPr>
            <a:xfrm flipH="false" flipV="false" rot="0">
              <a:off x="0" y="0"/>
              <a:ext cx="6727190" cy="3877310"/>
            </a:xfrm>
            <a:custGeom>
              <a:avLst/>
              <a:gdLst/>
              <a:ahLst/>
              <a:cxnLst/>
              <a:rect r="r" b="b" t="t" l="l"/>
              <a:pathLst>
                <a:path h="3877310" w="6727190">
                  <a:moveTo>
                    <a:pt x="0" y="0"/>
                  </a:moveTo>
                  <a:lnTo>
                    <a:pt x="6727190" y="0"/>
                  </a:lnTo>
                  <a:lnTo>
                    <a:pt x="6727190" y="3877310"/>
                  </a:lnTo>
                  <a:lnTo>
                    <a:pt x="0" y="3877310"/>
                  </a:lnTo>
                  <a:lnTo>
                    <a:pt x="0" y="0"/>
                  </a:lnTo>
                  <a:close/>
                </a:path>
              </a:pathLst>
            </a:custGeom>
            <a:blipFill>
              <a:blip r:embed="rId7"/>
              <a:stretch>
                <a:fillRect l="-11" t="0" r="-11" b="0"/>
              </a:stretch>
            </a:blipFill>
          </p:spPr>
        </p:sp>
      </p:grpSp>
      <p:grpSp>
        <p:nvGrpSpPr>
          <p:cNvPr name="Group 14" id="14"/>
          <p:cNvGrpSpPr/>
          <p:nvPr/>
        </p:nvGrpSpPr>
        <p:grpSpPr>
          <a:xfrm rot="0">
            <a:off x="12977960" y="3795989"/>
            <a:ext cx="4937760" cy="2994660"/>
            <a:chOff x="0" y="0"/>
            <a:chExt cx="6583680" cy="3992880"/>
          </a:xfrm>
        </p:grpSpPr>
        <p:sp>
          <p:nvSpPr>
            <p:cNvPr name="Freeform 15" id="15"/>
            <p:cNvSpPr/>
            <p:nvPr/>
          </p:nvSpPr>
          <p:spPr>
            <a:xfrm flipH="false" flipV="false" rot="0">
              <a:off x="0" y="0"/>
              <a:ext cx="6583680" cy="3992880"/>
            </a:xfrm>
            <a:custGeom>
              <a:avLst/>
              <a:gdLst/>
              <a:ahLst/>
              <a:cxnLst/>
              <a:rect r="r" b="b" t="t" l="l"/>
              <a:pathLst>
                <a:path h="3992880" w="6583680">
                  <a:moveTo>
                    <a:pt x="0" y="0"/>
                  </a:moveTo>
                  <a:lnTo>
                    <a:pt x="6583680" y="0"/>
                  </a:lnTo>
                  <a:lnTo>
                    <a:pt x="6583680" y="3992880"/>
                  </a:lnTo>
                  <a:lnTo>
                    <a:pt x="0" y="3992880"/>
                  </a:lnTo>
                  <a:lnTo>
                    <a:pt x="0" y="0"/>
                  </a:lnTo>
                  <a:close/>
                </a:path>
              </a:pathLst>
            </a:custGeom>
            <a:blipFill>
              <a:blip r:embed="rId8"/>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704850" y="1389255"/>
            <a:ext cx="7806690" cy="5337810"/>
            <a:chOff x="0" y="0"/>
            <a:chExt cx="10408920" cy="7117080"/>
          </a:xfrm>
        </p:grpSpPr>
        <p:sp>
          <p:nvSpPr>
            <p:cNvPr name="Freeform 3" id="3"/>
            <p:cNvSpPr/>
            <p:nvPr/>
          </p:nvSpPr>
          <p:spPr>
            <a:xfrm flipH="false" flipV="false" rot="0">
              <a:off x="0" y="0"/>
              <a:ext cx="10408920" cy="7117080"/>
            </a:xfrm>
            <a:custGeom>
              <a:avLst/>
              <a:gdLst/>
              <a:ahLst/>
              <a:cxnLst/>
              <a:rect r="r" b="b" t="t" l="l"/>
              <a:pathLst>
                <a:path h="7117080" w="10408920">
                  <a:moveTo>
                    <a:pt x="0" y="0"/>
                  </a:moveTo>
                  <a:lnTo>
                    <a:pt x="10408920" y="0"/>
                  </a:lnTo>
                  <a:lnTo>
                    <a:pt x="10408920" y="7117080"/>
                  </a:lnTo>
                  <a:lnTo>
                    <a:pt x="0" y="7117080"/>
                  </a:lnTo>
                  <a:lnTo>
                    <a:pt x="0" y="0"/>
                  </a:lnTo>
                  <a:close/>
                </a:path>
              </a:pathLst>
            </a:custGeom>
            <a:blipFill>
              <a:blip r:embed="rId3"/>
              <a:stretch>
                <a:fillRect l="0" t="0" r="0" b="0"/>
              </a:stretch>
            </a:blipFill>
          </p:spPr>
        </p:sp>
      </p:grpSp>
      <p:grpSp>
        <p:nvGrpSpPr>
          <p:cNvPr name="Group 4" id="4"/>
          <p:cNvGrpSpPr/>
          <p:nvPr/>
        </p:nvGrpSpPr>
        <p:grpSpPr>
          <a:xfrm rot="0">
            <a:off x="510540" y="6961822"/>
            <a:ext cx="8001000" cy="3280410"/>
            <a:chOff x="0" y="0"/>
            <a:chExt cx="10668000" cy="4373880"/>
          </a:xfrm>
        </p:grpSpPr>
        <p:sp>
          <p:nvSpPr>
            <p:cNvPr name="Freeform 5" id="5"/>
            <p:cNvSpPr/>
            <p:nvPr/>
          </p:nvSpPr>
          <p:spPr>
            <a:xfrm flipH="false" flipV="false" rot="0">
              <a:off x="0" y="0"/>
              <a:ext cx="10668000" cy="4373880"/>
            </a:xfrm>
            <a:custGeom>
              <a:avLst/>
              <a:gdLst/>
              <a:ahLst/>
              <a:cxnLst/>
              <a:rect r="r" b="b" t="t" l="l"/>
              <a:pathLst>
                <a:path h="4373880" w="10668000">
                  <a:moveTo>
                    <a:pt x="0" y="0"/>
                  </a:moveTo>
                  <a:lnTo>
                    <a:pt x="10668000" y="0"/>
                  </a:lnTo>
                  <a:lnTo>
                    <a:pt x="10668000" y="4373880"/>
                  </a:lnTo>
                  <a:lnTo>
                    <a:pt x="0" y="4373880"/>
                  </a:lnTo>
                  <a:lnTo>
                    <a:pt x="0" y="0"/>
                  </a:lnTo>
                  <a:close/>
                </a:path>
              </a:pathLst>
            </a:custGeom>
            <a:blipFill>
              <a:blip r:embed="rId4"/>
              <a:stretch>
                <a:fillRect l="0" t="0" r="0" b="0"/>
              </a:stretch>
            </a:blipFill>
          </p:spPr>
        </p:sp>
      </p:grpSp>
      <p:grpSp>
        <p:nvGrpSpPr>
          <p:cNvPr name="Group 6" id="6"/>
          <p:cNvGrpSpPr/>
          <p:nvPr/>
        </p:nvGrpSpPr>
        <p:grpSpPr>
          <a:xfrm rot="0">
            <a:off x="9144000" y="2153708"/>
            <a:ext cx="7886700" cy="7676197"/>
            <a:chOff x="0" y="0"/>
            <a:chExt cx="10515600" cy="10234930"/>
          </a:xfrm>
        </p:grpSpPr>
        <p:sp>
          <p:nvSpPr>
            <p:cNvPr name="Freeform 7" id="7"/>
            <p:cNvSpPr/>
            <p:nvPr/>
          </p:nvSpPr>
          <p:spPr>
            <a:xfrm flipH="false" flipV="false" rot="0">
              <a:off x="0" y="0"/>
              <a:ext cx="10515600" cy="10234930"/>
            </a:xfrm>
            <a:custGeom>
              <a:avLst/>
              <a:gdLst/>
              <a:ahLst/>
              <a:cxnLst/>
              <a:rect r="r" b="b" t="t" l="l"/>
              <a:pathLst>
                <a:path h="10234930" w="10515600">
                  <a:moveTo>
                    <a:pt x="0" y="0"/>
                  </a:moveTo>
                  <a:lnTo>
                    <a:pt x="10515600" y="0"/>
                  </a:lnTo>
                  <a:lnTo>
                    <a:pt x="10515600" y="10234930"/>
                  </a:lnTo>
                  <a:lnTo>
                    <a:pt x="0" y="10234930"/>
                  </a:lnTo>
                  <a:lnTo>
                    <a:pt x="0" y="0"/>
                  </a:lnTo>
                  <a:close/>
                </a:path>
              </a:pathLst>
            </a:custGeom>
            <a:blipFill>
              <a:blip r:embed="rId5"/>
              <a:stretch>
                <a:fillRect l="-13838" t="0" r="-13838" b="0"/>
              </a:stretch>
            </a:blipFill>
          </p:spPr>
        </p:sp>
      </p:grpSp>
      <p:sp>
        <p:nvSpPr>
          <p:cNvPr name="TextBox 8" id="8"/>
          <p:cNvSpPr txBox="true"/>
          <p:nvPr/>
        </p:nvSpPr>
        <p:spPr>
          <a:xfrm rot="0">
            <a:off x="3702950" y="147175"/>
            <a:ext cx="12553277" cy="638175"/>
          </a:xfrm>
          <a:prstGeom prst="rect">
            <a:avLst/>
          </a:prstGeom>
        </p:spPr>
        <p:txBody>
          <a:bodyPr anchor="t" rtlCol="false" tIns="0" lIns="0" bIns="0" rIns="0">
            <a:spAutoFit/>
          </a:bodyPr>
          <a:lstStyle/>
          <a:p>
            <a:pPr algn="l">
              <a:lnSpc>
                <a:spcPts val="5040"/>
              </a:lnSpc>
            </a:pPr>
            <a:r>
              <a:rPr lang="en-US" b="true" sz="4200">
                <a:solidFill>
                  <a:srgbClr val="FFFFFF"/>
                </a:solidFill>
                <a:latin typeface="Montserrat Bold"/>
                <a:ea typeface="Montserrat Bold"/>
                <a:cs typeface="Montserrat Bold"/>
                <a:sym typeface="Montserrat Bold"/>
              </a:rPr>
              <a:t>HQ : ROUTING, VLAN &amp; ADDRESSING TABLE.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TextBox 2" id="2"/>
          <p:cNvSpPr txBox="true"/>
          <p:nvPr/>
        </p:nvSpPr>
        <p:spPr>
          <a:xfrm rot="0">
            <a:off x="4694328" y="156333"/>
            <a:ext cx="8327843"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SHIBBINGHUP : DHCP&amp; PING</a:t>
            </a:r>
          </a:p>
        </p:txBody>
      </p:sp>
      <p:grpSp>
        <p:nvGrpSpPr>
          <p:cNvPr name="Group 3" id="3"/>
          <p:cNvGrpSpPr/>
          <p:nvPr/>
        </p:nvGrpSpPr>
        <p:grpSpPr>
          <a:xfrm rot="0">
            <a:off x="9429750" y="3800405"/>
            <a:ext cx="7829550" cy="4423410"/>
            <a:chOff x="0" y="0"/>
            <a:chExt cx="10439400" cy="5897880"/>
          </a:xfrm>
        </p:grpSpPr>
        <p:sp>
          <p:nvSpPr>
            <p:cNvPr name="Freeform 4" id="4"/>
            <p:cNvSpPr/>
            <p:nvPr/>
          </p:nvSpPr>
          <p:spPr>
            <a:xfrm flipH="false" flipV="false" rot="0">
              <a:off x="0" y="0"/>
              <a:ext cx="10439400" cy="5897880"/>
            </a:xfrm>
            <a:custGeom>
              <a:avLst/>
              <a:gdLst/>
              <a:ahLst/>
              <a:cxnLst/>
              <a:rect r="r" b="b" t="t" l="l"/>
              <a:pathLst>
                <a:path h="5897880" w="10439400">
                  <a:moveTo>
                    <a:pt x="0" y="0"/>
                  </a:moveTo>
                  <a:lnTo>
                    <a:pt x="10439400" y="0"/>
                  </a:lnTo>
                  <a:lnTo>
                    <a:pt x="10439400" y="5897880"/>
                  </a:lnTo>
                  <a:lnTo>
                    <a:pt x="0" y="5897880"/>
                  </a:lnTo>
                  <a:lnTo>
                    <a:pt x="0" y="0"/>
                  </a:lnTo>
                  <a:close/>
                </a:path>
              </a:pathLst>
            </a:custGeom>
            <a:blipFill>
              <a:blip r:embed="rId3"/>
              <a:stretch>
                <a:fillRect l="0" t="0" r="0" b="0"/>
              </a:stretch>
            </a:blipFill>
          </p:spPr>
        </p:sp>
      </p:grpSp>
      <p:grpSp>
        <p:nvGrpSpPr>
          <p:cNvPr name="Group 5" id="5"/>
          <p:cNvGrpSpPr/>
          <p:nvPr/>
        </p:nvGrpSpPr>
        <p:grpSpPr>
          <a:xfrm rot="0">
            <a:off x="1028700" y="3800405"/>
            <a:ext cx="7829550" cy="4423410"/>
            <a:chOff x="0" y="0"/>
            <a:chExt cx="10439400" cy="5897880"/>
          </a:xfrm>
        </p:grpSpPr>
        <p:sp>
          <p:nvSpPr>
            <p:cNvPr name="Freeform 6" id="6"/>
            <p:cNvSpPr/>
            <p:nvPr/>
          </p:nvSpPr>
          <p:spPr>
            <a:xfrm flipH="false" flipV="false" rot="0">
              <a:off x="0" y="0"/>
              <a:ext cx="10439400" cy="5897880"/>
            </a:xfrm>
            <a:custGeom>
              <a:avLst/>
              <a:gdLst/>
              <a:ahLst/>
              <a:cxnLst/>
              <a:rect r="r" b="b" t="t" l="l"/>
              <a:pathLst>
                <a:path h="5897880" w="10439400">
                  <a:moveTo>
                    <a:pt x="0" y="0"/>
                  </a:moveTo>
                  <a:lnTo>
                    <a:pt x="10439400" y="0"/>
                  </a:lnTo>
                  <a:lnTo>
                    <a:pt x="10439400" y="5897880"/>
                  </a:lnTo>
                  <a:lnTo>
                    <a:pt x="0" y="5897880"/>
                  </a:lnTo>
                  <a:lnTo>
                    <a:pt x="0" y="0"/>
                  </a:lnTo>
                  <a:close/>
                </a:path>
              </a:pathLst>
            </a:custGeom>
            <a:blipFill>
              <a:blip r:embed="rId4"/>
              <a:stretch>
                <a:fillRect l="0" t="0" r="0" b="0"/>
              </a:stretch>
            </a:blipFill>
          </p:spPr>
        </p:sp>
      </p:grpSp>
      <p:grpSp>
        <p:nvGrpSpPr>
          <p:cNvPr name="Group 7" id="7"/>
          <p:cNvGrpSpPr/>
          <p:nvPr/>
        </p:nvGrpSpPr>
        <p:grpSpPr>
          <a:xfrm rot="0">
            <a:off x="3686093" y="1668656"/>
            <a:ext cx="9997324" cy="1726121"/>
            <a:chOff x="0" y="0"/>
            <a:chExt cx="10209530" cy="1762760"/>
          </a:xfrm>
        </p:grpSpPr>
        <p:sp>
          <p:nvSpPr>
            <p:cNvPr name="Freeform 8" id="8"/>
            <p:cNvSpPr/>
            <p:nvPr/>
          </p:nvSpPr>
          <p:spPr>
            <a:xfrm flipH="false" flipV="false" rot="0">
              <a:off x="0" y="0"/>
              <a:ext cx="10209530" cy="1762760"/>
            </a:xfrm>
            <a:custGeom>
              <a:avLst/>
              <a:gdLst/>
              <a:ahLst/>
              <a:cxnLst/>
              <a:rect r="r" b="b" t="t" l="l"/>
              <a:pathLst>
                <a:path h="1762760" w="10209530">
                  <a:moveTo>
                    <a:pt x="0" y="0"/>
                  </a:moveTo>
                  <a:lnTo>
                    <a:pt x="10209530" y="0"/>
                  </a:lnTo>
                  <a:lnTo>
                    <a:pt x="10209530" y="1762760"/>
                  </a:lnTo>
                  <a:lnTo>
                    <a:pt x="0" y="1762760"/>
                  </a:lnTo>
                  <a:lnTo>
                    <a:pt x="0" y="0"/>
                  </a:lnTo>
                  <a:close/>
                </a:path>
              </a:pathLst>
            </a:custGeom>
            <a:blipFill>
              <a:blip r:embed="rId5"/>
              <a:stretch>
                <a:fillRect l="-9" t="0" r="-9"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9381534" y="2164611"/>
            <a:ext cx="7877766" cy="5957779"/>
            <a:chOff x="0" y="0"/>
            <a:chExt cx="10317480" cy="7802880"/>
          </a:xfrm>
        </p:grpSpPr>
        <p:sp>
          <p:nvSpPr>
            <p:cNvPr name="Freeform 3" id="3"/>
            <p:cNvSpPr/>
            <p:nvPr/>
          </p:nvSpPr>
          <p:spPr>
            <a:xfrm flipH="false" flipV="false" rot="0">
              <a:off x="0" y="0"/>
              <a:ext cx="10317480" cy="7802880"/>
            </a:xfrm>
            <a:custGeom>
              <a:avLst/>
              <a:gdLst/>
              <a:ahLst/>
              <a:cxnLst/>
              <a:rect r="r" b="b" t="t" l="l"/>
              <a:pathLst>
                <a:path h="7802880" w="10317480">
                  <a:moveTo>
                    <a:pt x="0" y="0"/>
                  </a:moveTo>
                  <a:lnTo>
                    <a:pt x="10317480" y="0"/>
                  </a:lnTo>
                  <a:lnTo>
                    <a:pt x="10317480" y="7802880"/>
                  </a:lnTo>
                  <a:lnTo>
                    <a:pt x="0" y="7802880"/>
                  </a:lnTo>
                  <a:lnTo>
                    <a:pt x="0" y="0"/>
                  </a:lnTo>
                  <a:close/>
                </a:path>
              </a:pathLst>
            </a:custGeom>
            <a:blipFill>
              <a:blip r:embed="rId3"/>
              <a:stretch>
                <a:fillRect l="0" t="0" r="0" b="0"/>
              </a:stretch>
            </a:blipFill>
          </p:spPr>
        </p:sp>
      </p:grpSp>
      <p:grpSp>
        <p:nvGrpSpPr>
          <p:cNvPr name="Group 4" id="4"/>
          <p:cNvGrpSpPr/>
          <p:nvPr/>
        </p:nvGrpSpPr>
        <p:grpSpPr>
          <a:xfrm rot="0">
            <a:off x="1019641" y="2164611"/>
            <a:ext cx="7657147" cy="1322070"/>
            <a:chOff x="0" y="0"/>
            <a:chExt cx="10209530" cy="1762760"/>
          </a:xfrm>
        </p:grpSpPr>
        <p:sp>
          <p:nvSpPr>
            <p:cNvPr name="Freeform 5" id="5"/>
            <p:cNvSpPr/>
            <p:nvPr/>
          </p:nvSpPr>
          <p:spPr>
            <a:xfrm flipH="false" flipV="false" rot="0">
              <a:off x="0" y="0"/>
              <a:ext cx="10209530" cy="1762760"/>
            </a:xfrm>
            <a:custGeom>
              <a:avLst/>
              <a:gdLst/>
              <a:ahLst/>
              <a:cxnLst/>
              <a:rect r="r" b="b" t="t" l="l"/>
              <a:pathLst>
                <a:path h="1762760" w="10209530">
                  <a:moveTo>
                    <a:pt x="0" y="0"/>
                  </a:moveTo>
                  <a:lnTo>
                    <a:pt x="10209530" y="0"/>
                  </a:lnTo>
                  <a:lnTo>
                    <a:pt x="10209530" y="1762760"/>
                  </a:lnTo>
                  <a:lnTo>
                    <a:pt x="0" y="1762760"/>
                  </a:lnTo>
                  <a:lnTo>
                    <a:pt x="0" y="0"/>
                  </a:lnTo>
                  <a:close/>
                </a:path>
              </a:pathLst>
            </a:custGeom>
            <a:blipFill>
              <a:blip r:embed="rId4"/>
              <a:stretch>
                <a:fillRect l="-9" t="0" r="-9" b="0"/>
              </a:stretch>
            </a:blipFill>
          </p:spPr>
        </p:sp>
      </p:grpSp>
      <p:sp>
        <p:nvSpPr>
          <p:cNvPr name="Freeform 6" id="6"/>
          <p:cNvSpPr/>
          <p:nvPr/>
        </p:nvSpPr>
        <p:spPr>
          <a:xfrm flipH="false" flipV="false" rot="0">
            <a:off x="1019641" y="3731813"/>
            <a:ext cx="7657148" cy="4390576"/>
          </a:xfrm>
          <a:custGeom>
            <a:avLst/>
            <a:gdLst/>
            <a:ahLst/>
            <a:cxnLst/>
            <a:rect r="r" b="b" t="t" l="l"/>
            <a:pathLst>
              <a:path h="4390576" w="7657148">
                <a:moveTo>
                  <a:pt x="0" y="0"/>
                </a:moveTo>
                <a:lnTo>
                  <a:pt x="7657147" y="0"/>
                </a:lnTo>
                <a:lnTo>
                  <a:pt x="7657147" y="4390576"/>
                </a:lnTo>
                <a:lnTo>
                  <a:pt x="0" y="4390576"/>
                </a:lnTo>
                <a:lnTo>
                  <a:pt x="0" y="0"/>
                </a:lnTo>
                <a:close/>
              </a:path>
            </a:pathLst>
          </a:custGeom>
          <a:blipFill>
            <a:blip r:embed="rId5"/>
            <a:stretch>
              <a:fillRect l="0" t="-1409" r="-58048" b="-1409"/>
            </a:stretch>
          </a:blipFill>
        </p:spPr>
      </p:sp>
      <p:sp>
        <p:nvSpPr>
          <p:cNvPr name="TextBox 7" id="7"/>
          <p:cNvSpPr txBox="true"/>
          <p:nvPr/>
        </p:nvSpPr>
        <p:spPr>
          <a:xfrm rot="0">
            <a:off x="3180323" y="390525"/>
            <a:ext cx="11270161"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SHIBBINGHUP : ROUTING &amp; ADD TABLE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11428484" y="1190802"/>
            <a:ext cx="6594044" cy="3952698"/>
            <a:chOff x="0" y="0"/>
            <a:chExt cx="7637780" cy="4578350"/>
          </a:xfrm>
        </p:grpSpPr>
        <p:sp>
          <p:nvSpPr>
            <p:cNvPr name="Freeform 3" id="3"/>
            <p:cNvSpPr/>
            <p:nvPr/>
          </p:nvSpPr>
          <p:spPr>
            <a:xfrm flipH="false" flipV="false" rot="0">
              <a:off x="0" y="0"/>
              <a:ext cx="7637780" cy="4578350"/>
            </a:xfrm>
            <a:custGeom>
              <a:avLst/>
              <a:gdLst/>
              <a:ahLst/>
              <a:cxnLst/>
              <a:rect r="r" b="b" t="t" l="l"/>
              <a:pathLst>
                <a:path h="4578350" w="7637780">
                  <a:moveTo>
                    <a:pt x="0" y="0"/>
                  </a:moveTo>
                  <a:lnTo>
                    <a:pt x="7637780" y="0"/>
                  </a:lnTo>
                  <a:lnTo>
                    <a:pt x="7637780" y="4578350"/>
                  </a:lnTo>
                  <a:lnTo>
                    <a:pt x="0" y="4578350"/>
                  </a:lnTo>
                  <a:lnTo>
                    <a:pt x="0" y="0"/>
                  </a:lnTo>
                  <a:close/>
                </a:path>
              </a:pathLst>
            </a:custGeom>
            <a:blipFill>
              <a:blip r:embed="rId3"/>
              <a:stretch>
                <a:fillRect l="-5651" t="0" r="-5651" b="0"/>
              </a:stretch>
            </a:blipFill>
          </p:spPr>
        </p:sp>
      </p:grpSp>
      <p:grpSp>
        <p:nvGrpSpPr>
          <p:cNvPr name="Group 4" id="4"/>
          <p:cNvGrpSpPr/>
          <p:nvPr/>
        </p:nvGrpSpPr>
        <p:grpSpPr>
          <a:xfrm rot="0">
            <a:off x="10067248" y="5486400"/>
            <a:ext cx="7955280" cy="4800600"/>
            <a:chOff x="0" y="0"/>
            <a:chExt cx="10607040" cy="6400800"/>
          </a:xfrm>
        </p:grpSpPr>
        <p:sp>
          <p:nvSpPr>
            <p:cNvPr name="Freeform 5" id="5"/>
            <p:cNvSpPr/>
            <p:nvPr/>
          </p:nvSpPr>
          <p:spPr>
            <a:xfrm flipH="false" flipV="false" rot="0">
              <a:off x="0" y="0"/>
              <a:ext cx="10607040" cy="6400800"/>
            </a:xfrm>
            <a:custGeom>
              <a:avLst/>
              <a:gdLst/>
              <a:ahLst/>
              <a:cxnLst/>
              <a:rect r="r" b="b" t="t" l="l"/>
              <a:pathLst>
                <a:path h="6400800" w="10607040">
                  <a:moveTo>
                    <a:pt x="0" y="0"/>
                  </a:moveTo>
                  <a:lnTo>
                    <a:pt x="10607040" y="0"/>
                  </a:lnTo>
                  <a:lnTo>
                    <a:pt x="10607040" y="6400800"/>
                  </a:lnTo>
                  <a:lnTo>
                    <a:pt x="0" y="6400800"/>
                  </a:lnTo>
                  <a:lnTo>
                    <a:pt x="0" y="0"/>
                  </a:lnTo>
                  <a:close/>
                </a:path>
              </a:pathLst>
            </a:custGeom>
            <a:blipFill>
              <a:blip r:embed="rId4"/>
              <a:stretch>
                <a:fillRect l="0" t="0" r="0" b="0"/>
              </a:stretch>
            </a:blipFill>
          </p:spPr>
        </p:sp>
      </p:grpSp>
      <p:sp>
        <p:nvSpPr>
          <p:cNvPr name="Freeform 6" id="6"/>
          <p:cNvSpPr/>
          <p:nvPr/>
        </p:nvSpPr>
        <p:spPr>
          <a:xfrm flipH="false" flipV="false" rot="0">
            <a:off x="442454" y="5747183"/>
            <a:ext cx="8955719" cy="4539817"/>
          </a:xfrm>
          <a:custGeom>
            <a:avLst/>
            <a:gdLst/>
            <a:ahLst/>
            <a:cxnLst/>
            <a:rect r="r" b="b" t="t" l="l"/>
            <a:pathLst>
              <a:path h="4539817" w="8955719">
                <a:moveTo>
                  <a:pt x="0" y="0"/>
                </a:moveTo>
                <a:lnTo>
                  <a:pt x="8955718" y="0"/>
                </a:lnTo>
                <a:lnTo>
                  <a:pt x="8955718" y="4539817"/>
                </a:lnTo>
                <a:lnTo>
                  <a:pt x="0" y="4539817"/>
                </a:lnTo>
                <a:lnTo>
                  <a:pt x="0" y="0"/>
                </a:lnTo>
                <a:close/>
              </a:path>
            </a:pathLst>
          </a:custGeom>
          <a:blipFill>
            <a:blip r:embed="rId5"/>
            <a:stretch>
              <a:fillRect l="0" t="0" r="0" b="0"/>
            </a:stretch>
          </a:blipFill>
        </p:spPr>
      </p:sp>
      <p:sp>
        <p:nvSpPr>
          <p:cNvPr name="Freeform 7" id="7"/>
          <p:cNvSpPr/>
          <p:nvPr/>
        </p:nvSpPr>
        <p:spPr>
          <a:xfrm flipH="false" flipV="false" rot="0">
            <a:off x="442454" y="1190802"/>
            <a:ext cx="5234996" cy="4445684"/>
          </a:xfrm>
          <a:custGeom>
            <a:avLst/>
            <a:gdLst/>
            <a:ahLst/>
            <a:cxnLst/>
            <a:rect r="r" b="b" t="t" l="l"/>
            <a:pathLst>
              <a:path h="4445684" w="5234996">
                <a:moveTo>
                  <a:pt x="0" y="0"/>
                </a:moveTo>
                <a:lnTo>
                  <a:pt x="5234996" y="0"/>
                </a:lnTo>
                <a:lnTo>
                  <a:pt x="5234996" y="4445684"/>
                </a:lnTo>
                <a:lnTo>
                  <a:pt x="0" y="4445684"/>
                </a:lnTo>
                <a:lnTo>
                  <a:pt x="0" y="0"/>
                </a:lnTo>
                <a:close/>
              </a:path>
            </a:pathLst>
          </a:custGeom>
          <a:blipFill>
            <a:blip r:embed="rId6"/>
            <a:stretch>
              <a:fillRect l="0" t="0" r="0" b="0"/>
            </a:stretch>
          </a:blipFill>
        </p:spPr>
      </p:sp>
      <p:sp>
        <p:nvSpPr>
          <p:cNvPr name="TextBox 8" id="8"/>
          <p:cNvSpPr txBox="true"/>
          <p:nvPr/>
        </p:nvSpPr>
        <p:spPr>
          <a:xfrm rot="0">
            <a:off x="442454" y="209727"/>
            <a:ext cx="12068881"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Data Center : NAT/PAT &amp; Addressing Table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TextBox 2" id="2"/>
          <p:cNvSpPr txBox="true"/>
          <p:nvPr/>
        </p:nvSpPr>
        <p:spPr>
          <a:xfrm rot="0">
            <a:off x="561453" y="265225"/>
            <a:ext cx="18225135"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Data Center : VPN &amp; Routing</a:t>
            </a:r>
          </a:p>
        </p:txBody>
      </p:sp>
      <p:grpSp>
        <p:nvGrpSpPr>
          <p:cNvPr name="Group 3" id="3"/>
          <p:cNvGrpSpPr/>
          <p:nvPr/>
        </p:nvGrpSpPr>
        <p:grpSpPr>
          <a:xfrm rot="0">
            <a:off x="527163" y="1570150"/>
            <a:ext cx="7898130" cy="2468880"/>
            <a:chOff x="0" y="0"/>
            <a:chExt cx="10530840" cy="3291840"/>
          </a:xfrm>
        </p:grpSpPr>
        <p:sp>
          <p:nvSpPr>
            <p:cNvPr name="Freeform 4" id="4"/>
            <p:cNvSpPr/>
            <p:nvPr/>
          </p:nvSpPr>
          <p:spPr>
            <a:xfrm flipH="false" flipV="false" rot="0">
              <a:off x="0" y="0"/>
              <a:ext cx="10530840" cy="3291840"/>
            </a:xfrm>
            <a:custGeom>
              <a:avLst/>
              <a:gdLst/>
              <a:ahLst/>
              <a:cxnLst/>
              <a:rect r="r" b="b" t="t" l="l"/>
              <a:pathLst>
                <a:path h="3291840" w="10530840">
                  <a:moveTo>
                    <a:pt x="0" y="0"/>
                  </a:moveTo>
                  <a:lnTo>
                    <a:pt x="10530840" y="0"/>
                  </a:lnTo>
                  <a:lnTo>
                    <a:pt x="10530840" y="3291840"/>
                  </a:lnTo>
                  <a:lnTo>
                    <a:pt x="0" y="3291840"/>
                  </a:lnTo>
                  <a:lnTo>
                    <a:pt x="0" y="0"/>
                  </a:lnTo>
                  <a:close/>
                </a:path>
              </a:pathLst>
            </a:custGeom>
            <a:blipFill>
              <a:blip r:embed="rId3"/>
              <a:stretch>
                <a:fillRect l="0" t="0" r="0" b="0"/>
              </a:stretch>
            </a:blipFill>
          </p:spPr>
        </p:sp>
      </p:grpSp>
      <p:grpSp>
        <p:nvGrpSpPr>
          <p:cNvPr name="Group 5" id="5"/>
          <p:cNvGrpSpPr/>
          <p:nvPr/>
        </p:nvGrpSpPr>
        <p:grpSpPr>
          <a:xfrm rot="0">
            <a:off x="561453" y="4709521"/>
            <a:ext cx="7863840" cy="5337810"/>
            <a:chOff x="0" y="0"/>
            <a:chExt cx="10485120" cy="7117080"/>
          </a:xfrm>
        </p:grpSpPr>
        <p:sp>
          <p:nvSpPr>
            <p:cNvPr name="Freeform 6" id="6"/>
            <p:cNvSpPr/>
            <p:nvPr/>
          </p:nvSpPr>
          <p:spPr>
            <a:xfrm flipH="false" flipV="false" rot="0">
              <a:off x="0" y="0"/>
              <a:ext cx="10485120" cy="7117080"/>
            </a:xfrm>
            <a:custGeom>
              <a:avLst/>
              <a:gdLst/>
              <a:ahLst/>
              <a:cxnLst/>
              <a:rect r="r" b="b" t="t" l="l"/>
              <a:pathLst>
                <a:path h="7117080" w="10485120">
                  <a:moveTo>
                    <a:pt x="0" y="0"/>
                  </a:moveTo>
                  <a:lnTo>
                    <a:pt x="10485120" y="0"/>
                  </a:lnTo>
                  <a:lnTo>
                    <a:pt x="10485120" y="7117080"/>
                  </a:lnTo>
                  <a:lnTo>
                    <a:pt x="0" y="7117080"/>
                  </a:lnTo>
                  <a:lnTo>
                    <a:pt x="0" y="0"/>
                  </a:lnTo>
                  <a:close/>
                </a:path>
              </a:pathLst>
            </a:custGeom>
            <a:blipFill>
              <a:blip r:embed="rId4"/>
              <a:stretch>
                <a:fillRect l="0" t="0" r="0" b="0"/>
              </a:stretch>
            </a:blipFill>
          </p:spPr>
        </p:sp>
      </p:grpSp>
      <p:grpSp>
        <p:nvGrpSpPr>
          <p:cNvPr name="Group 7" id="7"/>
          <p:cNvGrpSpPr/>
          <p:nvPr/>
        </p:nvGrpSpPr>
        <p:grpSpPr>
          <a:xfrm rot="0">
            <a:off x="9841389" y="1986323"/>
            <a:ext cx="8023860" cy="8061007"/>
            <a:chOff x="0" y="0"/>
            <a:chExt cx="10698480" cy="10748010"/>
          </a:xfrm>
        </p:grpSpPr>
        <p:sp>
          <p:nvSpPr>
            <p:cNvPr name="Freeform 8" id="8"/>
            <p:cNvSpPr/>
            <p:nvPr/>
          </p:nvSpPr>
          <p:spPr>
            <a:xfrm flipH="false" flipV="false" rot="0">
              <a:off x="0" y="0"/>
              <a:ext cx="10698480" cy="10748010"/>
            </a:xfrm>
            <a:custGeom>
              <a:avLst/>
              <a:gdLst/>
              <a:ahLst/>
              <a:cxnLst/>
              <a:rect r="r" b="b" t="t" l="l"/>
              <a:pathLst>
                <a:path h="10748010" w="10698480">
                  <a:moveTo>
                    <a:pt x="0" y="0"/>
                  </a:moveTo>
                  <a:lnTo>
                    <a:pt x="10698480" y="0"/>
                  </a:lnTo>
                  <a:lnTo>
                    <a:pt x="10698480" y="10748010"/>
                  </a:lnTo>
                  <a:lnTo>
                    <a:pt x="0" y="10748010"/>
                  </a:lnTo>
                  <a:lnTo>
                    <a:pt x="0" y="0"/>
                  </a:lnTo>
                  <a:close/>
                </a:path>
              </a:pathLst>
            </a:custGeom>
            <a:blipFill>
              <a:blip r:embed="rId5"/>
              <a:stretch>
                <a:fillRect l="-12301" t="0" r="-12301"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TextBox 2" id="2"/>
          <p:cNvSpPr txBox="true"/>
          <p:nvPr/>
        </p:nvSpPr>
        <p:spPr>
          <a:xfrm rot="0">
            <a:off x="92393" y="45720"/>
            <a:ext cx="10029385"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DATA CENTER : DNS &amp; Web Servers</a:t>
            </a:r>
          </a:p>
        </p:txBody>
      </p:sp>
      <p:grpSp>
        <p:nvGrpSpPr>
          <p:cNvPr name="Group 3" id="3"/>
          <p:cNvGrpSpPr/>
          <p:nvPr/>
        </p:nvGrpSpPr>
        <p:grpSpPr>
          <a:xfrm rot="0">
            <a:off x="648808" y="2150812"/>
            <a:ext cx="8012430" cy="3623310"/>
            <a:chOff x="0" y="0"/>
            <a:chExt cx="10683240" cy="4831080"/>
          </a:xfrm>
        </p:grpSpPr>
        <p:sp>
          <p:nvSpPr>
            <p:cNvPr name="Freeform 4" id="4"/>
            <p:cNvSpPr/>
            <p:nvPr/>
          </p:nvSpPr>
          <p:spPr>
            <a:xfrm flipH="false" flipV="false" rot="0">
              <a:off x="0" y="0"/>
              <a:ext cx="10683240" cy="4831080"/>
            </a:xfrm>
            <a:custGeom>
              <a:avLst/>
              <a:gdLst/>
              <a:ahLst/>
              <a:cxnLst/>
              <a:rect r="r" b="b" t="t" l="l"/>
              <a:pathLst>
                <a:path h="4831080" w="10683240">
                  <a:moveTo>
                    <a:pt x="0" y="0"/>
                  </a:moveTo>
                  <a:lnTo>
                    <a:pt x="10683240" y="0"/>
                  </a:lnTo>
                  <a:lnTo>
                    <a:pt x="10683240" y="4831080"/>
                  </a:lnTo>
                  <a:lnTo>
                    <a:pt x="0" y="4831080"/>
                  </a:lnTo>
                  <a:lnTo>
                    <a:pt x="0" y="0"/>
                  </a:lnTo>
                  <a:close/>
                </a:path>
              </a:pathLst>
            </a:custGeom>
            <a:blipFill>
              <a:blip r:embed="rId3"/>
              <a:stretch>
                <a:fillRect l="0" t="0" r="0" b="0"/>
              </a:stretch>
            </a:blipFill>
          </p:spPr>
        </p:sp>
      </p:grpSp>
      <p:grpSp>
        <p:nvGrpSpPr>
          <p:cNvPr name="Group 5" id="5"/>
          <p:cNvGrpSpPr/>
          <p:nvPr/>
        </p:nvGrpSpPr>
        <p:grpSpPr>
          <a:xfrm rot="0">
            <a:off x="648808" y="5920740"/>
            <a:ext cx="8001000" cy="4366260"/>
            <a:chOff x="0" y="0"/>
            <a:chExt cx="10668000" cy="5821680"/>
          </a:xfrm>
        </p:grpSpPr>
        <p:sp>
          <p:nvSpPr>
            <p:cNvPr name="Freeform 6" id="6"/>
            <p:cNvSpPr/>
            <p:nvPr/>
          </p:nvSpPr>
          <p:spPr>
            <a:xfrm flipH="false" flipV="false" rot="0">
              <a:off x="0" y="0"/>
              <a:ext cx="10668000" cy="5821680"/>
            </a:xfrm>
            <a:custGeom>
              <a:avLst/>
              <a:gdLst/>
              <a:ahLst/>
              <a:cxnLst/>
              <a:rect r="r" b="b" t="t" l="l"/>
              <a:pathLst>
                <a:path h="5821680" w="10668000">
                  <a:moveTo>
                    <a:pt x="0" y="0"/>
                  </a:moveTo>
                  <a:lnTo>
                    <a:pt x="10668000" y="0"/>
                  </a:lnTo>
                  <a:lnTo>
                    <a:pt x="10668000" y="5821680"/>
                  </a:lnTo>
                  <a:lnTo>
                    <a:pt x="0" y="5821680"/>
                  </a:lnTo>
                  <a:lnTo>
                    <a:pt x="0" y="0"/>
                  </a:lnTo>
                  <a:close/>
                </a:path>
              </a:pathLst>
            </a:custGeom>
            <a:blipFill>
              <a:blip r:embed="rId4"/>
              <a:stretch>
                <a:fillRect l="0" t="0" r="0" b="0"/>
              </a:stretch>
            </a:blipFill>
          </p:spPr>
        </p:sp>
      </p:grpSp>
      <p:grpSp>
        <p:nvGrpSpPr>
          <p:cNvPr name="Group 7" id="7"/>
          <p:cNvGrpSpPr/>
          <p:nvPr/>
        </p:nvGrpSpPr>
        <p:grpSpPr>
          <a:xfrm rot="0">
            <a:off x="9853669" y="6938010"/>
            <a:ext cx="7966710" cy="3348990"/>
            <a:chOff x="0" y="0"/>
            <a:chExt cx="10622280" cy="4465320"/>
          </a:xfrm>
        </p:grpSpPr>
        <p:sp>
          <p:nvSpPr>
            <p:cNvPr name="Freeform 8" id="8"/>
            <p:cNvSpPr/>
            <p:nvPr/>
          </p:nvSpPr>
          <p:spPr>
            <a:xfrm flipH="false" flipV="false" rot="0">
              <a:off x="0" y="0"/>
              <a:ext cx="10622280" cy="4465320"/>
            </a:xfrm>
            <a:custGeom>
              <a:avLst/>
              <a:gdLst/>
              <a:ahLst/>
              <a:cxnLst/>
              <a:rect r="r" b="b" t="t" l="l"/>
              <a:pathLst>
                <a:path h="4465320" w="10622280">
                  <a:moveTo>
                    <a:pt x="0" y="0"/>
                  </a:moveTo>
                  <a:lnTo>
                    <a:pt x="10622280" y="0"/>
                  </a:lnTo>
                  <a:lnTo>
                    <a:pt x="10622280" y="4465320"/>
                  </a:lnTo>
                  <a:lnTo>
                    <a:pt x="0" y="4465320"/>
                  </a:lnTo>
                  <a:lnTo>
                    <a:pt x="0" y="0"/>
                  </a:lnTo>
                  <a:close/>
                </a:path>
              </a:pathLst>
            </a:custGeom>
            <a:blipFill>
              <a:blip r:embed="rId5"/>
              <a:stretch>
                <a:fillRect l="0" t="0" r="0" b="0"/>
              </a:stretch>
            </a:blipFill>
          </p:spPr>
        </p:sp>
      </p:grpSp>
      <p:sp>
        <p:nvSpPr>
          <p:cNvPr name="Freeform 9" id="9"/>
          <p:cNvSpPr/>
          <p:nvPr/>
        </p:nvSpPr>
        <p:spPr>
          <a:xfrm flipH="false" flipV="false" rot="0">
            <a:off x="9795475" y="4010056"/>
            <a:ext cx="8024903" cy="2815462"/>
          </a:xfrm>
          <a:custGeom>
            <a:avLst/>
            <a:gdLst/>
            <a:ahLst/>
            <a:cxnLst/>
            <a:rect r="r" b="b" t="t" l="l"/>
            <a:pathLst>
              <a:path h="2815462" w="8024903">
                <a:moveTo>
                  <a:pt x="0" y="0"/>
                </a:moveTo>
                <a:lnTo>
                  <a:pt x="8024904" y="0"/>
                </a:lnTo>
                <a:lnTo>
                  <a:pt x="8024904" y="2815463"/>
                </a:lnTo>
                <a:lnTo>
                  <a:pt x="0" y="2815463"/>
                </a:lnTo>
                <a:lnTo>
                  <a:pt x="0" y="0"/>
                </a:lnTo>
                <a:close/>
              </a:path>
            </a:pathLst>
          </a:custGeom>
          <a:blipFill>
            <a:blip r:embed="rId6"/>
            <a:stretch>
              <a:fillRect l="0" t="0" r="-3914" b="0"/>
            </a:stretch>
          </a:blipFill>
        </p:spPr>
      </p:sp>
      <p:sp>
        <p:nvSpPr>
          <p:cNvPr name="Freeform 10" id="10"/>
          <p:cNvSpPr/>
          <p:nvPr/>
        </p:nvSpPr>
        <p:spPr>
          <a:xfrm flipH="false" flipV="false" rot="0">
            <a:off x="9795475" y="1025083"/>
            <a:ext cx="8024903" cy="2872483"/>
          </a:xfrm>
          <a:custGeom>
            <a:avLst/>
            <a:gdLst/>
            <a:ahLst/>
            <a:cxnLst/>
            <a:rect r="r" b="b" t="t" l="l"/>
            <a:pathLst>
              <a:path h="2872483" w="8024903">
                <a:moveTo>
                  <a:pt x="0" y="0"/>
                </a:moveTo>
                <a:lnTo>
                  <a:pt x="8024904" y="0"/>
                </a:lnTo>
                <a:lnTo>
                  <a:pt x="8024904" y="2872482"/>
                </a:lnTo>
                <a:lnTo>
                  <a:pt x="0" y="2872482"/>
                </a:lnTo>
                <a:lnTo>
                  <a:pt x="0" y="0"/>
                </a:lnTo>
                <a:close/>
              </a:path>
            </a:pathLst>
          </a:custGeom>
          <a:blipFill>
            <a:blip r:embed="rId7"/>
            <a:stretch>
              <a:fillRect l="0" t="0" r="-1007"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694272"/>
            <a:ext cx="6606533" cy="4369601"/>
          </a:xfrm>
          <a:custGeom>
            <a:avLst/>
            <a:gdLst/>
            <a:ahLst/>
            <a:cxnLst/>
            <a:rect r="r" b="b" t="t" l="l"/>
            <a:pathLst>
              <a:path h="4369601" w="6606533">
                <a:moveTo>
                  <a:pt x="0" y="0"/>
                </a:moveTo>
                <a:lnTo>
                  <a:pt x="6606533" y="0"/>
                </a:lnTo>
                <a:lnTo>
                  <a:pt x="6606533" y="4369601"/>
                </a:lnTo>
                <a:lnTo>
                  <a:pt x="0" y="4369601"/>
                </a:lnTo>
                <a:lnTo>
                  <a:pt x="0" y="0"/>
                </a:lnTo>
                <a:close/>
              </a:path>
            </a:pathLst>
          </a:custGeom>
          <a:blipFill>
            <a:blip r:embed="rId2"/>
            <a:stretch>
              <a:fillRect l="0" t="0" r="0" b="0"/>
            </a:stretch>
          </a:blipFill>
        </p:spPr>
      </p:sp>
      <p:sp>
        <p:nvSpPr>
          <p:cNvPr name="Freeform 3" id="3"/>
          <p:cNvSpPr/>
          <p:nvPr/>
        </p:nvSpPr>
        <p:spPr>
          <a:xfrm flipH="false" flipV="false" rot="0">
            <a:off x="1028700" y="7468099"/>
            <a:ext cx="8346383" cy="2343268"/>
          </a:xfrm>
          <a:custGeom>
            <a:avLst/>
            <a:gdLst/>
            <a:ahLst/>
            <a:cxnLst/>
            <a:rect r="r" b="b" t="t" l="l"/>
            <a:pathLst>
              <a:path h="2343268" w="8346383">
                <a:moveTo>
                  <a:pt x="0" y="0"/>
                </a:moveTo>
                <a:lnTo>
                  <a:pt x="8346383" y="0"/>
                </a:lnTo>
                <a:lnTo>
                  <a:pt x="8346383" y="2343268"/>
                </a:lnTo>
                <a:lnTo>
                  <a:pt x="0" y="2343268"/>
                </a:lnTo>
                <a:lnTo>
                  <a:pt x="0" y="0"/>
                </a:lnTo>
                <a:close/>
              </a:path>
            </a:pathLst>
          </a:custGeom>
          <a:blipFill>
            <a:blip r:embed="rId3"/>
            <a:stretch>
              <a:fillRect l="0" t="0" r="0" b="0"/>
            </a:stretch>
          </a:blipFill>
        </p:spPr>
      </p:sp>
      <p:sp>
        <p:nvSpPr>
          <p:cNvPr name="Freeform 4" id="4"/>
          <p:cNvSpPr/>
          <p:nvPr/>
        </p:nvSpPr>
        <p:spPr>
          <a:xfrm flipH="false" flipV="false" rot="0">
            <a:off x="9319946" y="1672560"/>
            <a:ext cx="7939354" cy="4510474"/>
          </a:xfrm>
          <a:custGeom>
            <a:avLst/>
            <a:gdLst/>
            <a:ahLst/>
            <a:cxnLst/>
            <a:rect r="r" b="b" t="t" l="l"/>
            <a:pathLst>
              <a:path h="4510474" w="7939354">
                <a:moveTo>
                  <a:pt x="0" y="0"/>
                </a:moveTo>
                <a:lnTo>
                  <a:pt x="7939354" y="0"/>
                </a:lnTo>
                <a:lnTo>
                  <a:pt x="7939354" y="4510474"/>
                </a:lnTo>
                <a:lnTo>
                  <a:pt x="0" y="4510474"/>
                </a:lnTo>
                <a:lnTo>
                  <a:pt x="0" y="0"/>
                </a:lnTo>
                <a:close/>
              </a:path>
            </a:pathLst>
          </a:custGeom>
          <a:blipFill>
            <a:blip r:embed="rId4"/>
            <a:stretch>
              <a:fillRect l="0" t="0" r="0" b="0"/>
            </a:stretch>
          </a:blipFill>
        </p:spPr>
      </p:sp>
      <p:sp>
        <p:nvSpPr>
          <p:cNvPr name="Freeform 5" id="5"/>
          <p:cNvSpPr/>
          <p:nvPr/>
        </p:nvSpPr>
        <p:spPr>
          <a:xfrm flipH="false" flipV="false" rot="0">
            <a:off x="12217342" y="6351248"/>
            <a:ext cx="5041958" cy="3460119"/>
          </a:xfrm>
          <a:custGeom>
            <a:avLst/>
            <a:gdLst/>
            <a:ahLst/>
            <a:cxnLst/>
            <a:rect r="r" b="b" t="t" l="l"/>
            <a:pathLst>
              <a:path h="3460119" w="5041958">
                <a:moveTo>
                  <a:pt x="0" y="0"/>
                </a:moveTo>
                <a:lnTo>
                  <a:pt x="5041958" y="0"/>
                </a:lnTo>
                <a:lnTo>
                  <a:pt x="5041958" y="3460119"/>
                </a:lnTo>
                <a:lnTo>
                  <a:pt x="0" y="3460119"/>
                </a:lnTo>
                <a:lnTo>
                  <a:pt x="0" y="0"/>
                </a:lnTo>
                <a:close/>
              </a:path>
            </a:pathLst>
          </a:custGeom>
          <a:blipFill>
            <a:blip r:embed="rId5"/>
            <a:stretch>
              <a:fillRect l="0" t="0" r="-80500" b="0"/>
            </a:stretch>
          </a:blipFill>
        </p:spPr>
      </p:sp>
      <p:sp>
        <p:nvSpPr>
          <p:cNvPr name="TextBox 6" id="6"/>
          <p:cNvSpPr txBox="true"/>
          <p:nvPr/>
        </p:nvSpPr>
        <p:spPr>
          <a:xfrm rot="0">
            <a:off x="937355" y="390525"/>
            <a:ext cx="12352268"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Fullfilment </a:t>
            </a:r>
            <a:r>
              <a:rPr lang="en-US" sz="4200" b="true">
                <a:solidFill>
                  <a:srgbClr val="FFFFFF"/>
                </a:solidFill>
                <a:latin typeface="Montserrat Bold"/>
                <a:ea typeface="Montserrat Bold"/>
                <a:cs typeface="Montserrat Bold"/>
                <a:sym typeface="Montserrat Bold"/>
              </a:rPr>
              <a:t>CENTER : VPN &amp; DHCP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Freeform 2" id="2"/>
          <p:cNvSpPr/>
          <p:nvPr/>
        </p:nvSpPr>
        <p:spPr>
          <a:xfrm flipH="false" flipV="false" rot="0">
            <a:off x="440411" y="2401710"/>
            <a:ext cx="7734967" cy="5483579"/>
          </a:xfrm>
          <a:custGeom>
            <a:avLst/>
            <a:gdLst/>
            <a:ahLst/>
            <a:cxnLst/>
            <a:rect r="r" b="b" t="t" l="l"/>
            <a:pathLst>
              <a:path h="5483579" w="7734967">
                <a:moveTo>
                  <a:pt x="0" y="0"/>
                </a:moveTo>
                <a:lnTo>
                  <a:pt x="7734967" y="0"/>
                </a:lnTo>
                <a:lnTo>
                  <a:pt x="7734967" y="5483580"/>
                </a:lnTo>
                <a:lnTo>
                  <a:pt x="0" y="5483580"/>
                </a:lnTo>
                <a:lnTo>
                  <a:pt x="0" y="0"/>
                </a:lnTo>
                <a:close/>
              </a:path>
            </a:pathLst>
          </a:custGeom>
          <a:blipFill>
            <a:blip r:embed="rId2"/>
            <a:stretch>
              <a:fillRect l="0" t="0" r="0" b="0"/>
            </a:stretch>
          </a:blipFill>
        </p:spPr>
      </p:sp>
      <p:sp>
        <p:nvSpPr>
          <p:cNvPr name="Freeform 3" id="3"/>
          <p:cNvSpPr/>
          <p:nvPr/>
        </p:nvSpPr>
        <p:spPr>
          <a:xfrm flipH="false" flipV="false" rot="0">
            <a:off x="8323784" y="3343357"/>
            <a:ext cx="8935516" cy="4454846"/>
          </a:xfrm>
          <a:custGeom>
            <a:avLst/>
            <a:gdLst/>
            <a:ahLst/>
            <a:cxnLst/>
            <a:rect r="r" b="b" t="t" l="l"/>
            <a:pathLst>
              <a:path h="4454846" w="8935516">
                <a:moveTo>
                  <a:pt x="0" y="0"/>
                </a:moveTo>
                <a:lnTo>
                  <a:pt x="8935516" y="0"/>
                </a:lnTo>
                <a:lnTo>
                  <a:pt x="8935516" y="4454845"/>
                </a:lnTo>
                <a:lnTo>
                  <a:pt x="0" y="4454845"/>
                </a:lnTo>
                <a:lnTo>
                  <a:pt x="0" y="0"/>
                </a:lnTo>
                <a:close/>
              </a:path>
            </a:pathLst>
          </a:custGeom>
          <a:blipFill>
            <a:blip r:embed="rId3"/>
            <a:stretch>
              <a:fillRect l="0" t="0" r="0" b="0"/>
            </a:stretch>
          </a:blipFill>
        </p:spPr>
      </p:sp>
      <p:sp>
        <p:nvSpPr>
          <p:cNvPr name="TextBox 4" id="4"/>
          <p:cNvSpPr txBox="true"/>
          <p:nvPr/>
        </p:nvSpPr>
        <p:spPr>
          <a:xfrm rot="0">
            <a:off x="2060836" y="390525"/>
            <a:ext cx="14166328"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Fullfilment </a:t>
            </a:r>
            <a:r>
              <a:rPr lang="en-US" sz="4200" b="true">
                <a:solidFill>
                  <a:srgbClr val="FFFFFF"/>
                </a:solidFill>
                <a:latin typeface="Montserrat Bold"/>
                <a:ea typeface="Montserrat Bold"/>
                <a:cs typeface="Montserrat Bold"/>
                <a:sym typeface="Montserrat Bold"/>
              </a:rPr>
              <a:t>CENTER : Routing &amp; Addressing Table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sp>
        <p:nvSpPr>
          <p:cNvPr name="TextBox 2" id="2"/>
          <p:cNvSpPr txBox="true"/>
          <p:nvPr/>
        </p:nvSpPr>
        <p:spPr>
          <a:xfrm rot="0">
            <a:off x="8101012" y="473392"/>
            <a:ext cx="1514054" cy="638175"/>
          </a:xfrm>
          <a:prstGeom prst="rect">
            <a:avLst/>
          </a:prstGeom>
        </p:spPr>
        <p:txBody>
          <a:bodyPr anchor="t" rtlCol="false" tIns="0" lIns="0" bIns="0" rIns="0">
            <a:spAutoFit/>
          </a:bodyPr>
          <a:lstStyle/>
          <a:p>
            <a:pPr algn="l">
              <a:lnSpc>
                <a:spcPts val="5040"/>
              </a:lnSpc>
            </a:pPr>
            <a:r>
              <a:rPr lang="en-US" sz="4200" b="true">
                <a:solidFill>
                  <a:srgbClr val="FFFFFF"/>
                </a:solidFill>
                <a:latin typeface="Montserrat Bold"/>
                <a:ea typeface="Montserrat Bold"/>
                <a:cs typeface="Montserrat Bold"/>
                <a:sym typeface="Montserrat Bold"/>
              </a:rPr>
              <a:t>ICMP</a:t>
            </a:r>
          </a:p>
        </p:txBody>
      </p:sp>
      <p:grpSp>
        <p:nvGrpSpPr>
          <p:cNvPr name="Group 3" id="3"/>
          <p:cNvGrpSpPr/>
          <p:nvPr/>
        </p:nvGrpSpPr>
        <p:grpSpPr>
          <a:xfrm rot="0">
            <a:off x="305752" y="1606867"/>
            <a:ext cx="7795260" cy="3566160"/>
            <a:chOff x="0" y="0"/>
            <a:chExt cx="10393680" cy="4754880"/>
          </a:xfrm>
        </p:grpSpPr>
        <p:sp>
          <p:nvSpPr>
            <p:cNvPr name="Freeform 4" id="4"/>
            <p:cNvSpPr/>
            <p:nvPr/>
          </p:nvSpPr>
          <p:spPr>
            <a:xfrm flipH="false" flipV="false" rot="0">
              <a:off x="0" y="0"/>
              <a:ext cx="10393680" cy="4754880"/>
            </a:xfrm>
            <a:custGeom>
              <a:avLst/>
              <a:gdLst/>
              <a:ahLst/>
              <a:cxnLst/>
              <a:rect r="r" b="b" t="t" l="l"/>
              <a:pathLst>
                <a:path h="4754880" w="10393680">
                  <a:moveTo>
                    <a:pt x="0" y="0"/>
                  </a:moveTo>
                  <a:lnTo>
                    <a:pt x="10393680" y="0"/>
                  </a:lnTo>
                  <a:lnTo>
                    <a:pt x="10393680" y="4754880"/>
                  </a:lnTo>
                  <a:lnTo>
                    <a:pt x="0" y="4754880"/>
                  </a:lnTo>
                  <a:lnTo>
                    <a:pt x="0" y="0"/>
                  </a:lnTo>
                  <a:close/>
                </a:path>
              </a:pathLst>
            </a:custGeom>
            <a:blipFill>
              <a:blip r:embed="rId3"/>
              <a:stretch>
                <a:fillRect l="0" t="0" r="0" b="0"/>
              </a:stretch>
            </a:blipFill>
          </p:spPr>
        </p:sp>
      </p:grpSp>
      <p:grpSp>
        <p:nvGrpSpPr>
          <p:cNvPr name="Group 5" id="5"/>
          <p:cNvGrpSpPr/>
          <p:nvPr/>
        </p:nvGrpSpPr>
        <p:grpSpPr>
          <a:xfrm rot="0">
            <a:off x="214312" y="5671185"/>
            <a:ext cx="7978140" cy="3897630"/>
            <a:chOff x="0" y="0"/>
            <a:chExt cx="10637520" cy="5196840"/>
          </a:xfrm>
        </p:grpSpPr>
        <p:sp>
          <p:nvSpPr>
            <p:cNvPr name="Freeform 6" id="6"/>
            <p:cNvSpPr/>
            <p:nvPr/>
          </p:nvSpPr>
          <p:spPr>
            <a:xfrm flipH="false" flipV="false" rot="0">
              <a:off x="0" y="0"/>
              <a:ext cx="10637520" cy="5196840"/>
            </a:xfrm>
            <a:custGeom>
              <a:avLst/>
              <a:gdLst/>
              <a:ahLst/>
              <a:cxnLst/>
              <a:rect r="r" b="b" t="t" l="l"/>
              <a:pathLst>
                <a:path h="5196840" w="10637520">
                  <a:moveTo>
                    <a:pt x="0" y="0"/>
                  </a:moveTo>
                  <a:lnTo>
                    <a:pt x="10637520" y="0"/>
                  </a:lnTo>
                  <a:lnTo>
                    <a:pt x="10637520" y="5196840"/>
                  </a:lnTo>
                  <a:lnTo>
                    <a:pt x="0" y="5196840"/>
                  </a:lnTo>
                  <a:lnTo>
                    <a:pt x="0" y="0"/>
                  </a:lnTo>
                  <a:close/>
                </a:path>
              </a:pathLst>
            </a:custGeom>
            <a:blipFill>
              <a:blip r:embed="rId4"/>
              <a:stretch>
                <a:fillRect l="0" t="0" r="0" b="0"/>
              </a:stretch>
            </a:blipFill>
          </p:spPr>
        </p:sp>
      </p:grpSp>
      <p:grpSp>
        <p:nvGrpSpPr>
          <p:cNvPr name="Group 7" id="7"/>
          <p:cNvGrpSpPr/>
          <p:nvPr/>
        </p:nvGrpSpPr>
        <p:grpSpPr>
          <a:xfrm rot="0">
            <a:off x="9451781" y="6002655"/>
            <a:ext cx="7955280" cy="3566160"/>
            <a:chOff x="0" y="0"/>
            <a:chExt cx="10607040" cy="4754880"/>
          </a:xfrm>
        </p:grpSpPr>
        <p:sp>
          <p:nvSpPr>
            <p:cNvPr name="Freeform 8" id="8"/>
            <p:cNvSpPr/>
            <p:nvPr/>
          </p:nvSpPr>
          <p:spPr>
            <a:xfrm flipH="false" flipV="false" rot="0">
              <a:off x="0" y="0"/>
              <a:ext cx="10607040" cy="4754880"/>
            </a:xfrm>
            <a:custGeom>
              <a:avLst/>
              <a:gdLst/>
              <a:ahLst/>
              <a:cxnLst/>
              <a:rect r="r" b="b" t="t" l="l"/>
              <a:pathLst>
                <a:path h="4754880" w="10607040">
                  <a:moveTo>
                    <a:pt x="0" y="0"/>
                  </a:moveTo>
                  <a:lnTo>
                    <a:pt x="10607040" y="0"/>
                  </a:lnTo>
                  <a:lnTo>
                    <a:pt x="10607040" y="4754880"/>
                  </a:lnTo>
                  <a:lnTo>
                    <a:pt x="0" y="4754880"/>
                  </a:lnTo>
                  <a:lnTo>
                    <a:pt x="0" y="0"/>
                  </a:lnTo>
                  <a:close/>
                </a:path>
              </a:pathLst>
            </a:custGeom>
            <a:blipFill>
              <a:blip r:embed="rId5"/>
              <a:stretch>
                <a:fillRect l="-980" t="0" r="-980" b="0"/>
              </a:stretch>
            </a:blipFill>
          </p:spPr>
        </p:sp>
      </p:grpSp>
      <p:grpSp>
        <p:nvGrpSpPr>
          <p:cNvPr name="Group 9" id="9"/>
          <p:cNvGrpSpPr/>
          <p:nvPr/>
        </p:nvGrpSpPr>
        <p:grpSpPr>
          <a:xfrm rot="0">
            <a:off x="8192453" y="1606867"/>
            <a:ext cx="9610139" cy="1156335"/>
            <a:chOff x="0" y="0"/>
            <a:chExt cx="12813519" cy="1541780"/>
          </a:xfrm>
        </p:grpSpPr>
        <p:sp>
          <p:nvSpPr>
            <p:cNvPr name="Freeform 10" id="10"/>
            <p:cNvSpPr/>
            <p:nvPr/>
          </p:nvSpPr>
          <p:spPr>
            <a:xfrm flipH="false" flipV="false" rot="0">
              <a:off x="0" y="0"/>
              <a:ext cx="12813519" cy="1541780"/>
            </a:xfrm>
            <a:custGeom>
              <a:avLst/>
              <a:gdLst/>
              <a:ahLst/>
              <a:cxnLst/>
              <a:rect r="r" b="b" t="t" l="l"/>
              <a:pathLst>
                <a:path h="1541780" w="12813519">
                  <a:moveTo>
                    <a:pt x="0" y="0"/>
                  </a:moveTo>
                  <a:lnTo>
                    <a:pt x="12813519" y="0"/>
                  </a:lnTo>
                  <a:lnTo>
                    <a:pt x="12813519" y="1541780"/>
                  </a:lnTo>
                  <a:lnTo>
                    <a:pt x="0" y="1541780"/>
                  </a:lnTo>
                  <a:lnTo>
                    <a:pt x="0" y="0"/>
                  </a:lnTo>
                  <a:close/>
                </a:path>
              </a:pathLst>
            </a:custGeom>
            <a:blipFill>
              <a:blip r:embed="rId6"/>
              <a:stretch>
                <a:fillRect l="-1854" t="0" r="-1854"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F1423"/>
        </a:solidFill>
      </p:bgPr>
    </p:bg>
    <p:spTree>
      <p:nvGrpSpPr>
        <p:cNvPr id="1" name=""/>
        <p:cNvGrpSpPr/>
        <p:nvPr/>
      </p:nvGrpSpPr>
      <p:grpSpPr>
        <a:xfrm>
          <a:off x="0" y="0"/>
          <a:ext cx="0" cy="0"/>
          <a:chOff x="0" y="0"/>
          <a:chExt cx="0" cy="0"/>
        </a:xfrm>
      </p:grpSpPr>
      <p:grpSp>
        <p:nvGrpSpPr>
          <p:cNvPr name="Group 2" id="2"/>
          <p:cNvGrpSpPr/>
          <p:nvPr/>
        </p:nvGrpSpPr>
        <p:grpSpPr>
          <a:xfrm rot="0">
            <a:off x="6667" y="0"/>
            <a:ext cx="18241327" cy="10286048"/>
            <a:chOff x="0" y="0"/>
            <a:chExt cx="24321770" cy="13714730"/>
          </a:xfrm>
        </p:grpSpPr>
        <p:sp>
          <p:nvSpPr>
            <p:cNvPr name="Freeform 3" id="3" descr="VCG21128005867512"/>
            <p:cNvSpPr/>
            <p:nvPr/>
          </p:nvSpPr>
          <p:spPr>
            <a:xfrm flipH="false" flipV="false" rot="0">
              <a:off x="0" y="0"/>
              <a:ext cx="24321770" cy="13714730"/>
            </a:xfrm>
            <a:custGeom>
              <a:avLst/>
              <a:gdLst/>
              <a:ahLst/>
              <a:cxnLst/>
              <a:rect r="r" b="b" t="t" l="l"/>
              <a:pathLst>
                <a:path h="13714730" w="24321770">
                  <a:moveTo>
                    <a:pt x="0" y="0"/>
                  </a:moveTo>
                  <a:lnTo>
                    <a:pt x="24321770" y="0"/>
                  </a:lnTo>
                  <a:lnTo>
                    <a:pt x="24321770" y="13714730"/>
                  </a:lnTo>
                  <a:lnTo>
                    <a:pt x="0" y="13714730"/>
                  </a:lnTo>
                  <a:lnTo>
                    <a:pt x="0" y="0"/>
                  </a:lnTo>
                  <a:close/>
                </a:path>
              </a:pathLst>
            </a:custGeom>
            <a:blipFill>
              <a:blip r:embed="rId3">
                <a:alphaModFix amt="19999"/>
              </a:blip>
              <a:stretch>
                <a:fillRect l="-10" t="0" r="-10" b="0"/>
              </a:stretch>
            </a:blipFill>
          </p:spPr>
        </p:sp>
      </p:grpSp>
      <p:grpSp>
        <p:nvGrpSpPr>
          <p:cNvPr name="Group 4" id="4"/>
          <p:cNvGrpSpPr/>
          <p:nvPr/>
        </p:nvGrpSpPr>
        <p:grpSpPr>
          <a:xfrm rot="0">
            <a:off x="524069" y="712436"/>
            <a:ext cx="6707346" cy="1108778"/>
            <a:chOff x="0" y="0"/>
            <a:chExt cx="4268470" cy="705612"/>
          </a:xfrm>
        </p:grpSpPr>
        <p:sp>
          <p:nvSpPr>
            <p:cNvPr name="Freeform 5" id="5"/>
            <p:cNvSpPr/>
            <p:nvPr/>
          </p:nvSpPr>
          <p:spPr>
            <a:xfrm flipH="false" flipV="false" rot="0">
              <a:off x="0" y="0"/>
              <a:ext cx="4268470" cy="705612"/>
            </a:xfrm>
            <a:custGeom>
              <a:avLst/>
              <a:gdLst/>
              <a:ahLst/>
              <a:cxnLst/>
              <a:rect r="r" b="b" t="t" l="l"/>
              <a:pathLst>
                <a:path h="705612" w="4268470">
                  <a:moveTo>
                    <a:pt x="0" y="705612"/>
                  </a:moveTo>
                  <a:lnTo>
                    <a:pt x="579628" y="0"/>
                  </a:lnTo>
                  <a:lnTo>
                    <a:pt x="4268470" y="0"/>
                  </a:lnTo>
                  <a:lnTo>
                    <a:pt x="3688842" y="705612"/>
                  </a:lnTo>
                  <a:close/>
                </a:path>
              </a:pathLst>
            </a:custGeom>
            <a:gradFill rotWithShape="true">
              <a:gsLst>
                <a:gs pos="0">
                  <a:srgbClr val="4675FC">
                    <a:alpha val="100000"/>
                  </a:srgbClr>
                </a:gs>
                <a:gs pos="100000">
                  <a:srgbClr val="4675FC">
                    <a:alpha val="0"/>
                  </a:srgbClr>
                </a:gs>
              </a:gsLst>
              <a:lin ang="1800000"/>
            </a:gradFill>
          </p:spPr>
        </p:sp>
      </p:grpSp>
      <p:sp>
        <p:nvSpPr>
          <p:cNvPr name="TextBox 6" id="6"/>
          <p:cNvSpPr txBox="true"/>
          <p:nvPr/>
        </p:nvSpPr>
        <p:spPr>
          <a:xfrm rot="0">
            <a:off x="1228721" y="914404"/>
            <a:ext cx="5802182" cy="603229"/>
          </a:xfrm>
          <a:prstGeom prst="rect">
            <a:avLst/>
          </a:prstGeom>
        </p:spPr>
        <p:txBody>
          <a:bodyPr anchor="t" rtlCol="false" tIns="0" lIns="0" bIns="0" rIns="0">
            <a:spAutoFit/>
          </a:bodyPr>
          <a:lstStyle/>
          <a:p>
            <a:pPr algn="l">
              <a:lnSpc>
                <a:spcPts val="4791"/>
              </a:lnSpc>
            </a:pPr>
            <a:r>
              <a:rPr lang="en-US" sz="3992" b="true">
                <a:solidFill>
                  <a:srgbClr val="FFFFFF"/>
                </a:solidFill>
                <a:latin typeface="Inter Bold"/>
                <a:ea typeface="Inter Bold"/>
                <a:cs typeface="Inter Bold"/>
                <a:sym typeface="Inter Bold"/>
              </a:rPr>
              <a:t>Networks-1 Project</a:t>
            </a:r>
          </a:p>
        </p:txBody>
      </p:sp>
      <p:grpSp>
        <p:nvGrpSpPr>
          <p:cNvPr name="Group 7" id="7"/>
          <p:cNvGrpSpPr/>
          <p:nvPr/>
        </p:nvGrpSpPr>
        <p:grpSpPr>
          <a:xfrm rot="-5400000">
            <a:off x="-3306604" y="5049203"/>
            <a:ext cx="7076122" cy="188595"/>
            <a:chOff x="0" y="0"/>
            <a:chExt cx="9434830" cy="251460"/>
          </a:xfrm>
        </p:grpSpPr>
        <p:sp>
          <p:nvSpPr>
            <p:cNvPr name="Freeform 8" id="8"/>
            <p:cNvSpPr/>
            <p:nvPr/>
          </p:nvSpPr>
          <p:spPr>
            <a:xfrm flipH="false" flipV="false" rot="0">
              <a:off x="4191" y="1651"/>
              <a:ext cx="9426448" cy="249809"/>
            </a:xfrm>
            <a:custGeom>
              <a:avLst/>
              <a:gdLst/>
              <a:ahLst/>
              <a:cxnLst/>
              <a:rect r="r" b="b" t="t" l="l"/>
              <a:pathLst>
                <a:path h="249809" w="9426448">
                  <a:moveTo>
                    <a:pt x="10668" y="0"/>
                  </a:moveTo>
                  <a:lnTo>
                    <a:pt x="354076" y="232410"/>
                  </a:lnTo>
                  <a:lnTo>
                    <a:pt x="348742" y="240284"/>
                  </a:lnTo>
                  <a:lnTo>
                    <a:pt x="348742" y="230759"/>
                  </a:lnTo>
                  <a:lnTo>
                    <a:pt x="9088755" y="230759"/>
                  </a:lnTo>
                  <a:lnTo>
                    <a:pt x="9088755" y="240284"/>
                  </a:lnTo>
                  <a:lnTo>
                    <a:pt x="9083421" y="232410"/>
                  </a:lnTo>
                  <a:lnTo>
                    <a:pt x="9415780" y="7493"/>
                  </a:lnTo>
                  <a:lnTo>
                    <a:pt x="9426448" y="23241"/>
                  </a:lnTo>
                  <a:lnTo>
                    <a:pt x="9094089" y="248158"/>
                  </a:lnTo>
                  <a:cubicBezTo>
                    <a:pt x="9092565" y="249174"/>
                    <a:pt x="9090660" y="249809"/>
                    <a:pt x="9088756" y="249809"/>
                  </a:cubicBezTo>
                  <a:lnTo>
                    <a:pt x="348742" y="249809"/>
                  </a:lnTo>
                  <a:cubicBezTo>
                    <a:pt x="346837" y="249809"/>
                    <a:pt x="344932" y="249301"/>
                    <a:pt x="343408" y="248158"/>
                  </a:cubicBezTo>
                  <a:lnTo>
                    <a:pt x="0" y="15748"/>
                  </a:lnTo>
                  <a:close/>
                </a:path>
              </a:pathLst>
            </a:custGeom>
            <a:solidFill>
              <a:srgbClr val="4675FC">
                <a:alpha val="48627"/>
              </a:srgbClr>
            </a:solidFill>
          </p:spPr>
        </p:sp>
      </p:grpSp>
      <p:sp>
        <p:nvSpPr>
          <p:cNvPr name="AutoShape 9" id="9"/>
          <p:cNvSpPr/>
          <p:nvPr/>
        </p:nvSpPr>
        <p:spPr>
          <a:xfrm rot="-9210840">
            <a:off x="-3259617" y="261938"/>
            <a:ext cx="13570591" cy="0"/>
          </a:xfrm>
          <a:prstGeom prst="line">
            <a:avLst/>
          </a:prstGeom>
          <a:ln cap="rnd" w="9525">
            <a:solidFill>
              <a:srgbClr val="000000"/>
            </a:solidFill>
            <a:prstDash val="solid"/>
            <a:headEnd type="none" len="sm" w="sm"/>
            <a:tailEnd type="none" len="sm" w="sm"/>
          </a:ln>
        </p:spPr>
      </p:sp>
      <p:sp>
        <p:nvSpPr>
          <p:cNvPr name="AutoShape 10" id="10"/>
          <p:cNvSpPr/>
          <p:nvPr/>
        </p:nvSpPr>
        <p:spPr>
          <a:xfrm rot="-9137580">
            <a:off x="8442122" y="292418"/>
            <a:ext cx="13148072" cy="0"/>
          </a:xfrm>
          <a:prstGeom prst="line">
            <a:avLst/>
          </a:prstGeom>
          <a:ln cap="rnd" w="9525">
            <a:solidFill>
              <a:srgbClr val="000000"/>
            </a:solidFill>
            <a:prstDash val="solid"/>
            <a:headEnd type="none" len="sm" w="sm"/>
            <a:tailEnd type="none" len="sm" w="sm"/>
          </a:ln>
        </p:spPr>
      </p:sp>
      <p:sp>
        <p:nvSpPr>
          <p:cNvPr name="Freeform 11" id="11"/>
          <p:cNvSpPr/>
          <p:nvPr/>
        </p:nvSpPr>
        <p:spPr>
          <a:xfrm flipH="false" flipV="false" rot="0">
            <a:off x="16826865" y="1216019"/>
            <a:ext cx="563880" cy="379095"/>
          </a:xfrm>
          <a:custGeom>
            <a:avLst/>
            <a:gdLst/>
            <a:ahLst/>
            <a:cxnLst/>
            <a:rect r="r" b="b" t="t" l="l"/>
            <a:pathLst>
              <a:path h="379095" w="563880">
                <a:moveTo>
                  <a:pt x="0" y="0"/>
                </a:moveTo>
                <a:lnTo>
                  <a:pt x="563880" y="0"/>
                </a:lnTo>
                <a:lnTo>
                  <a:pt x="563880" y="379095"/>
                </a:lnTo>
                <a:lnTo>
                  <a:pt x="0" y="379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141095" y="8193405"/>
            <a:ext cx="281940" cy="659130"/>
            <a:chOff x="0" y="0"/>
            <a:chExt cx="375920" cy="878840"/>
          </a:xfrm>
        </p:grpSpPr>
        <p:sp>
          <p:nvSpPr>
            <p:cNvPr name="Freeform 13" id="13"/>
            <p:cNvSpPr/>
            <p:nvPr/>
          </p:nvSpPr>
          <p:spPr>
            <a:xfrm flipH="false" flipV="false" rot="0">
              <a:off x="0" y="0"/>
              <a:ext cx="375920" cy="878840"/>
            </a:xfrm>
            <a:custGeom>
              <a:avLst/>
              <a:gdLst/>
              <a:ahLst/>
              <a:cxnLst/>
              <a:rect r="r" b="b" t="t" l="l"/>
              <a:pathLst>
                <a:path h="878840" w="375920">
                  <a:moveTo>
                    <a:pt x="0" y="0"/>
                  </a:moveTo>
                  <a:lnTo>
                    <a:pt x="375920" y="0"/>
                  </a:lnTo>
                  <a:lnTo>
                    <a:pt x="375920" y="878840"/>
                  </a:lnTo>
                  <a:lnTo>
                    <a:pt x="0" y="878840"/>
                  </a:lnTo>
                  <a:close/>
                </a:path>
              </a:pathLst>
            </a:custGeom>
            <a:solidFill>
              <a:srgbClr val="4675FC"/>
            </a:solidFill>
          </p:spPr>
        </p:sp>
      </p:grpSp>
      <p:grpSp>
        <p:nvGrpSpPr>
          <p:cNvPr name="Group 14" id="14"/>
          <p:cNvGrpSpPr/>
          <p:nvPr/>
        </p:nvGrpSpPr>
        <p:grpSpPr>
          <a:xfrm rot="-10800000">
            <a:off x="1566862" y="5252561"/>
            <a:ext cx="14681835" cy="9277350"/>
            <a:chOff x="0" y="0"/>
            <a:chExt cx="19575780" cy="12369800"/>
          </a:xfrm>
        </p:grpSpPr>
        <p:sp>
          <p:nvSpPr>
            <p:cNvPr name="Freeform 15" id="15"/>
            <p:cNvSpPr/>
            <p:nvPr/>
          </p:nvSpPr>
          <p:spPr>
            <a:xfrm flipH="false" flipV="false" rot="0">
              <a:off x="2794" y="2794"/>
              <a:ext cx="7492492" cy="289306"/>
            </a:xfrm>
            <a:custGeom>
              <a:avLst/>
              <a:gdLst/>
              <a:ahLst/>
              <a:cxnLst/>
              <a:rect r="r" b="b" t="t" l="l"/>
              <a:pathLst>
                <a:path h="289306" w="7492492">
                  <a:moveTo>
                    <a:pt x="13462" y="0"/>
                  </a:moveTo>
                  <a:lnTo>
                    <a:pt x="286258" y="273050"/>
                  </a:lnTo>
                  <a:lnTo>
                    <a:pt x="279527" y="279781"/>
                  </a:lnTo>
                  <a:lnTo>
                    <a:pt x="279527" y="270256"/>
                  </a:lnTo>
                  <a:lnTo>
                    <a:pt x="7221855" y="270256"/>
                  </a:lnTo>
                  <a:lnTo>
                    <a:pt x="7221855" y="279781"/>
                  </a:lnTo>
                  <a:lnTo>
                    <a:pt x="7215124" y="273050"/>
                  </a:lnTo>
                  <a:lnTo>
                    <a:pt x="7479030" y="8763"/>
                  </a:lnTo>
                  <a:lnTo>
                    <a:pt x="7492492" y="22225"/>
                  </a:lnTo>
                  <a:lnTo>
                    <a:pt x="7228586" y="286512"/>
                  </a:lnTo>
                  <a:cubicBezTo>
                    <a:pt x="7226808" y="288290"/>
                    <a:pt x="7224395" y="289306"/>
                    <a:pt x="7221855" y="289306"/>
                  </a:cubicBezTo>
                  <a:lnTo>
                    <a:pt x="279527" y="289306"/>
                  </a:lnTo>
                  <a:cubicBezTo>
                    <a:pt x="276987" y="289306"/>
                    <a:pt x="274574" y="288290"/>
                    <a:pt x="272796" y="286512"/>
                  </a:cubicBezTo>
                  <a:lnTo>
                    <a:pt x="0" y="13462"/>
                  </a:lnTo>
                  <a:close/>
                </a:path>
              </a:pathLst>
            </a:custGeom>
            <a:solidFill>
              <a:srgbClr val="4675FC"/>
            </a:solidFill>
          </p:spPr>
        </p:sp>
      </p:grpSp>
      <p:sp>
        <p:nvSpPr>
          <p:cNvPr name="AutoShape 16" id="16"/>
          <p:cNvSpPr/>
          <p:nvPr/>
        </p:nvSpPr>
        <p:spPr>
          <a:xfrm rot="-9210840">
            <a:off x="7977026" y="9986962"/>
            <a:ext cx="13570591" cy="0"/>
          </a:xfrm>
          <a:prstGeom prst="line">
            <a:avLst/>
          </a:prstGeom>
          <a:ln cap="rnd" w="9525">
            <a:solidFill>
              <a:srgbClr val="000000"/>
            </a:solidFill>
            <a:prstDash val="solid"/>
            <a:headEnd type="none" len="sm" w="sm"/>
            <a:tailEnd type="none" len="sm" w="sm"/>
          </a:ln>
        </p:spPr>
      </p:sp>
      <p:sp>
        <p:nvSpPr>
          <p:cNvPr name="AutoShape 17" id="17"/>
          <p:cNvSpPr/>
          <p:nvPr/>
        </p:nvSpPr>
        <p:spPr>
          <a:xfrm rot="-9137580">
            <a:off x="-3302203" y="9956482"/>
            <a:ext cx="13148072" cy="0"/>
          </a:xfrm>
          <a:prstGeom prst="line">
            <a:avLst/>
          </a:prstGeom>
          <a:ln cap="rnd" w="9525">
            <a:solidFill>
              <a:srgbClr val="000000"/>
            </a:solidFill>
            <a:prstDash val="solid"/>
            <a:headEnd type="none" len="sm" w="sm"/>
            <a:tailEnd type="none" len="sm" w="sm"/>
          </a:ln>
        </p:spPr>
      </p:sp>
      <p:grpSp>
        <p:nvGrpSpPr>
          <p:cNvPr name="Group 18" id="18"/>
          <p:cNvGrpSpPr/>
          <p:nvPr/>
        </p:nvGrpSpPr>
        <p:grpSpPr>
          <a:xfrm rot="5400000">
            <a:off x="14521339" y="5049203"/>
            <a:ext cx="7076122" cy="188595"/>
            <a:chOff x="0" y="0"/>
            <a:chExt cx="9434830" cy="251460"/>
          </a:xfrm>
        </p:grpSpPr>
        <p:sp>
          <p:nvSpPr>
            <p:cNvPr name="Freeform 19" id="19"/>
            <p:cNvSpPr/>
            <p:nvPr/>
          </p:nvSpPr>
          <p:spPr>
            <a:xfrm flipH="false" flipV="false" rot="0">
              <a:off x="4191" y="1651"/>
              <a:ext cx="9426448" cy="249809"/>
            </a:xfrm>
            <a:custGeom>
              <a:avLst/>
              <a:gdLst/>
              <a:ahLst/>
              <a:cxnLst/>
              <a:rect r="r" b="b" t="t" l="l"/>
              <a:pathLst>
                <a:path h="249809" w="9426448">
                  <a:moveTo>
                    <a:pt x="9426448" y="15748"/>
                  </a:moveTo>
                  <a:lnTo>
                    <a:pt x="9083040" y="248158"/>
                  </a:lnTo>
                  <a:cubicBezTo>
                    <a:pt x="9081516" y="249174"/>
                    <a:pt x="9079611" y="249809"/>
                    <a:pt x="9077706" y="249809"/>
                  </a:cubicBezTo>
                  <a:lnTo>
                    <a:pt x="337693" y="249809"/>
                  </a:lnTo>
                  <a:cubicBezTo>
                    <a:pt x="335788" y="249809"/>
                    <a:pt x="333883" y="249301"/>
                    <a:pt x="332359" y="248158"/>
                  </a:cubicBezTo>
                  <a:lnTo>
                    <a:pt x="0" y="23241"/>
                  </a:lnTo>
                  <a:lnTo>
                    <a:pt x="10668" y="7493"/>
                  </a:lnTo>
                  <a:lnTo>
                    <a:pt x="343027" y="232410"/>
                  </a:lnTo>
                  <a:lnTo>
                    <a:pt x="337693" y="240284"/>
                  </a:lnTo>
                  <a:lnTo>
                    <a:pt x="337693" y="230759"/>
                  </a:lnTo>
                  <a:lnTo>
                    <a:pt x="9077706" y="230759"/>
                  </a:lnTo>
                  <a:lnTo>
                    <a:pt x="9077706" y="240284"/>
                  </a:lnTo>
                  <a:lnTo>
                    <a:pt x="9072372" y="232410"/>
                  </a:lnTo>
                  <a:lnTo>
                    <a:pt x="9415780" y="0"/>
                  </a:lnTo>
                  <a:close/>
                </a:path>
              </a:pathLst>
            </a:custGeom>
            <a:solidFill>
              <a:srgbClr val="4675FC">
                <a:alpha val="48627"/>
              </a:srgbClr>
            </a:solidFill>
          </p:spPr>
        </p:sp>
      </p:grpSp>
      <p:grpSp>
        <p:nvGrpSpPr>
          <p:cNvPr name="Group 20" id="20"/>
          <p:cNvGrpSpPr/>
          <p:nvPr/>
        </p:nvGrpSpPr>
        <p:grpSpPr>
          <a:xfrm rot="-10800000">
            <a:off x="2086850" y="3757955"/>
            <a:ext cx="504139" cy="504139"/>
            <a:chOff x="0" y="0"/>
            <a:chExt cx="672186" cy="672186"/>
          </a:xfrm>
        </p:grpSpPr>
        <p:sp>
          <p:nvSpPr>
            <p:cNvPr name="Freeform 21" id="21"/>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16200000"/>
            </a:gradFill>
          </p:spPr>
        </p:sp>
      </p:grpSp>
      <p:grpSp>
        <p:nvGrpSpPr>
          <p:cNvPr name="Group 22" id="22"/>
          <p:cNvGrpSpPr/>
          <p:nvPr/>
        </p:nvGrpSpPr>
        <p:grpSpPr>
          <a:xfrm rot="0">
            <a:off x="15984298" y="6309970"/>
            <a:ext cx="504139" cy="504139"/>
            <a:chOff x="0" y="0"/>
            <a:chExt cx="672186" cy="672186"/>
          </a:xfrm>
        </p:grpSpPr>
        <p:sp>
          <p:nvSpPr>
            <p:cNvPr name="Freeform 23" id="23"/>
            <p:cNvSpPr/>
            <p:nvPr/>
          </p:nvSpPr>
          <p:spPr>
            <a:xfrm flipH="false" flipV="false" rot="0">
              <a:off x="0" y="0"/>
              <a:ext cx="672211" cy="672211"/>
            </a:xfrm>
            <a:custGeom>
              <a:avLst/>
              <a:gdLst/>
              <a:ahLst/>
              <a:cxnLst/>
              <a:rect r="r" b="b" t="t" l="l"/>
              <a:pathLst>
                <a:path h="672211" w="672211">
                  <a:moveTo>
                    <a:pt x="672211" y="672211"/>
                  </a:moveTo>
                  <a:lnTo>
                    <a:pt x="0" y="672211"/>
                  </a:lnTo>
                  <a:lnTo>
                    <a:pt x="80264" y="591947"/>
                  </a:lnTo>
                  <a:lnTo>
                    <a:pt x="582168" y="591947"/>
                  </a:lnTo>
                  <a:lnTo>
                    <a:pt x="582168" y="90043"/>
                  </a:lnTo>
                  <a:lnTo>
                    <a:pt x="672211" y="0"/>
                  </a:lnTo>
                  <a:close/>
                </a:path>
              </a:pathLst>
            </a:custGeom>
            <a:gradFill rotWithShape="true">
              <a:gsLst>
                <a:gs pos="0">
                  <a:srgbClr val="4675FC">
                    <a:alpha val="100000"/>
                  </a:srgbClr>
                </a:gs>
                <a:gs pos="70000">
                  <a:srgbClr val="4DDBF8">
                    <a:alpha val="100000"/>
                  </a:srgbClr>
                </a:gs>
              </a:gsLst>
              <a:lin ang="5400000"/>
            </a:gradFill>
          </p:spPr>
        </p:sp>
      </p:grpSp>
      <p:grpSp>
        <p:nvGrpSpPr>
          <p:cNvPr name="Group 24" id="24"/>
          <p:cNvGrpSpPr/>
          <p:nvPr/>
        </p:nvGrpSpPr>
        <p:grpSpPr>
          <a:xfrm rot="0">
            <a:off x="1336358" y="8228647"/>
            <a:ext cx="281940" cy="299085"/>
            <a:chOff x="0" y="0"/>
            <a:chExt cx="375920" cy="398780"/>
          </a:xfrm>
        </p:grpSpPr>
        <p:sp>
          <p:nvSpPr>
            <p:cNvPr name="Freeform 25" id="25"/>
            <p:cNvSpPr/>
            <p:nvPr/>
          </p:nvSpPr>
          <p:spPr>
            <a:xfrm flipH="false" flipV="false" rot="0">
              <a:off x="0" y="0"/>
              <a:ext cx="375920" cy="398780"/>
            </a:xfrm>
            <a:custGeom>
              <a:avLst/>
              <a:gdLst/>
              <a:ahLst/>
              <a:cxnLst/>
              <a:rect r="r" b="b" t="t" l="l"/>
              <a:pathLst>
                <a:path h="398780" w="375920">
                  <a:moveTo>
                    <a:pt x="0" y="0"/>
                  </a:moveTo>
                  <a:lnTo>
                    <a:pt x="375920" y="0"/>
                  </a:lnTo>
                  <a:lnTo>
                    <a:pt x="375920" y="398780"/>
                  </a:lnTo>
                  <a:lnTo>
                    <a:pt x="0" y="398780"/>
                  </a:lnTo>
                  <a:close/>
                </a:path>
              </a:pathLst>
            </a:custGeom>
            <a:solidFill>
              <a:srgbClr val="4DDBF8"/>
            </a:solidFill>
          </p:spPr>
        </p:sp>
      </p:grpSp>
      <p:grpSp>
        <p:nvGrpSpPr>
          <p:cNvPr name="Group 26" id="26"/>
          <p:cNvGrpSpPr/>
          <p:nvPr/>
        </p:nvGrpSpPr>
        <p:grpSpPr>
          <a:xfrm rot="0">
            <a:off x="17380268" y="8159115"/>
            <a:ext cx="114300" cy="659130"/>
            <a:chOff x="0" y="0"/>
            <a:chExt cx="152400" cy="878840"/>
          </a:xfrm>
        </p:grpSpPr>
        <p:sp>
          <p:nvSpPr>
            <p:cNvPr name="Freeform 27" id="27"/>
            <p:cNvSpPr/>
            <p:nvPr/>
          </p:nvSpPr>
          <p:spPr>
            <a:xfrm flipH="false" flipV="false" rot="0">
              <a:off x="0" y="0"/>
              <a:ext cx="152400" cy="878840"/>
            </a:xfrm>
            <a:custGeom>
              <a:avLst/>
              <a:gdLst/>
              <a:ahLst/>
              <a:cxnLst/>
              <a:rect r="r" b="b" t="t" l="l"/>
              <a:pathLst>
                <a:path h="878840" w="152400">
                  <a:moveTo>
                    <a:pt x="0" y="0"/>
                  </a:moveTo>
                  <a:lnTo>
                    <a:pt x="152400" y="0"/>
                  </a:lnTo>
                  <a:lnTo>
                    <a:pt x="152400" y="878840"/>
                  </a:lnTo>
                  <a:lnTo>
                    <a:pt x="0" y="878840"/>
                  </a:lnTo>
                  <a:close/>
                </a:path>
              </a:pathLst>
            </a:custGeom>
            <a:solidFill>
              <a:srgbClr val="4DDBF8"/>
            </a:solidFill>
          </p:spPr>
        </p:sp>
      </p:grpSp>
      <p:grpSp>
        <p:nvGrpSpPr>
          <p:cNvPr name="Group 28" id="28"/>
          <p:cNvGrpSpPr/>
          <p:nvPr/>
        </p:nvGrpSpPr>
        <p:grpSpPr>
          <a:xfrm rot="0">
            <a:off x="17192625" y="8577262"/>
            <a:ext cx="225742" cy="240983"/>
            <a:chOff x="0" y="0"/>
            <a:chExt cx="300990" cy="321310"/>
          </a:xfrm>
        </p:grpSpPr>
        <p:sp>
          <p:nvSpPr>
            <p:cNvPr name="Freeform 29" id="29"/>
            <p:cNvSpPr/>
            <p:nvPr/>
          </p:nvSpPr>
          <p:spPr>
            <a:xfrm flipH="false" flipV="false" rot="0">
              <a:off x="0" y="0"/>
              <a:ext cx="300990" cy="321310"/>
            </a:xfrm>
            <a:custGeom>
              <a:avLst/>
              <a:gdLst/>
              <a:ahLst/>
              <a:cxnLst/>
              <a:rect r="r" b="b" t="t" l="l"/>
              <a:pathLst>
                <a:path h="321310" w="300990">
                  <a:moveTo>
                    <a:pt x="300990" y="0"/>
                  </a:moveTo>
                  <a:lnTo>
                    <a:pt x="0" y="0"/>
                  </a:lnTo>
                  <a:lnTo>
                    <a:pt x="0" y="321310"/>
                  </a:lnTo>
                  <a:lnTo>
                    <a:pt x="300990" y="321310"/>
                  </a:lnTo>
                  <a:close/>
                </a:path>
              </a:pathLst>
            </a:custGeom>
            <a:solidFill>
              <a:srgbClr val="4675FC"/>
            </a:solidFill>
          </p:spPr>
        </p:sp>
      </p:grpSp>
      <p:grpSp>
        <p:nvGrpSpPr>
          <p:cNvPr name="Group 30" id="30"/>
          <p:cNvGrpSpPr/>
          <p:nvPr/>
        </p:nvGrpSpPr>
        <p:grpSpPr>
          <a:xfrm rot="0">
            <a:off x="17145952" y="8281035"/>
            <a:ext cx="128588" cy="137160"/>
            <a:chOff x="0" y="0"/>
            <a:chExt cx="171450" cy="182880"/>
          </a:xfrm>
        </p:grpSpPr>
        <p:sp>
          <p:nvSpPr>
            <p:cNvPr name="Freeform 31" id="31"/>
            <p:cNvSpPr/>
            <p:nvPr/>
          </p:nvSpPr>
          <p:spPr>
            <a:xfrm flipH="false" flipV="false" rot="0">
              <a:off x="0" y="0"/>
              <a:ext cx="171450" cy="182880"/>
            </a:xfrm>
            <a:custGeom>
              <a:avLst/>
              <a:gdLst/>
              <a:ahLst/>
              <a:cxnLst/>
              <a:rect r="r" b="b" t="t" l="l"/>
              <a:pathLst>
                <a:path h="182880" w="171450">
                  <a:moveTo>
                    <a:pt x="171450" y="0"/>
                  </a:moveTo>
                  <a:lnTo>
                    <a:pt x="0" y="0"/>
                  </a:lnTo>
                  <a:lnTo>
                    <a:pt x="0" y="182880"/>
                  </a:lnTo>
                  <a:lnTo>
                    <a:pt x="171450" y="182880"/>
                  </a:lnTo>
                  <a:close/>
                </a:path>
              </a:pathLst>
            </a:custGeom>
            <a:solidFill>
              <a:srgbClr val="4DDBF8"/>
            </a:solidFill>
          </p:spPr>
        </p:sp>
      </p:grpSp>
      <p:sp>
        <p:nvSpPr>
          <p:cNvPr name="TextBox 32" id="32"/>
          <p:cNvSpPr txBox="true"/>
          <p:nvPr/>
        </p:nvSpPr>
        <p:spPr>
          <a:xfrm rot="0">
            <a:off x="2865706" y="4398153"/>
            <a:ext cx="12559445" cy="1565941"/>
          </a:xfrm>
          <a:prstGeom prst="rect">
            <a:avLst/>
          </a:prstGeom>
        </p:spPr>
        <p:txBody>
          <a:bodyPr anchor="t" rtlCol="false" tIns="0" lIns="0" bIns="0" rIns="0">
            <a:spAutoFit/>
          </a:bodyPr>
          <a:lstStyle/>
          <a:p>
            <a:pPr algn="ctr">
              <a:lnSpc>
                <a:spcPts val="12605"/>
              </a:lnSpc>
            </a:pPr>
            <a:r>
              <a:rPr lang="en-US" sz="9337" spc="336">
                <a:solidFill>
                  <a:srgbClr val="4DDBF8"/>
                </a:solidFill>
                <a:latin typeface="Mokoto Glitch 1"/>
                <a:ea typeface="Mokoto Glitch 1"/>
                <a:cs typeface="Mokoto Glitch 1"/>
                <a:sym typeface="Mokoto Glitch 1"/>
              </a:rPr>
              <a:t>Thank You</a:t>
            </a:r>
          </a:p>
        </p:txBody>
      </p:sp>
      <p:grpSp>
        <p:nvGrpSpPr>
          <p:cNvPr name="Group 33" id="33"/>
          <p:cNvGrpSpPr/>
          <p:nvPr/>
        </p:nvGrpSpPr>
        <p:grpSpPr>
          <a:xfrm rot="-10800000">
            <a:off x="10710017" y="8852535"/>
            <a:ext cx="6116848" cy="1108778"/>
            <a:chOff x="0" y="0"/>
            <a:chExt cx="3892685" cy="705612"/>
          </a:xfrm>
        </p:grpSpPr>
        <p:sp>
          <p:nvSpPr>
            <p:cNvPr name="Freeform 34" id="34"/>
            <p:cNvSpPr/>
            <p:nvPr/>
          </p:nvSpPr>
          <p:spPr>
            <a:xfrm flipH="false" flipV="false" rot="0">
              <a:off x="0" y="0"/>
              <a:ext cx="3892685" cy="705612"/>
            </a:xfrm>
            <a:custGeom>
              <a:avLst/>
              <a:gdLst/>
              <a:ahLst/>
              <a:cxnLst/>
              <a:rect r="r" b="b" t="t" l="l"/>
              <a:pathLst>
                <a:path h="705612" w="3892685">
                  <a:moveTo>
                    <a:pt x="0" y="705612"/>
                  </a:moveTo>
                  <a:lnTo>
                    <a:pt x="528599" y="0"/>
                  </a:lnTo>
                  <a:lnTo>
                    <a:pt x="3892685" y="0"/>
                  </a:lnTo>
                  <a:lnTo>
                    <a:pt x="3364086" y="705612"/>
                  </a:lnTo>
                  <a:close/>
                </a:path>
              </a:pathLst>
            </a:custGeom>
            <a:gradFill rotWithShape="true">
              <a:gsLst>
                <a:gs pos="0">
                  <a:srgbClr val="4675FC">
                    <a:alpha val="100000"/>
                  </a:srgbClr>
                </a:gs>
                <a:gs pos="100000">
                  <a:srgbClr val="4675FC">
                    <a:alpha val="0"/>
                  </a:srgbClr>
                </a:gs>
              </a:gsLst>
              <a:lin ang="1800000"/>
            </a:gradFill>
          </p:spPr>
        </p:sp>
      </p:grpSp>
      <p:sp>
        <p:nvSpPr>
          <p:cNvPr name="TextBox 35" id="35"/>
          <p:cNvSpPr txBox="true"/>
          <p:nvPr/>
        </p:nvSpPr>
        <p:spPr>
          <a:xfrm rot="0">
            <a:off x="12481378" y="9042740"/>
            <a:ext cx="7005840" cy="728368"/>
          </a:xfrm>
          <a:prstGeom prst="rect">
            <a:avLst/>
          </a:prstGeom>
        </p:spPr>
        <p:txBody>
          <a:bodyPr anchor="t" rtlCol="false" tIns="0" lIns="0" bIns="0" rIns="0">
            <a:spAutoFit/>
          </a:bodyPr>
          <a:lstStyle/>
          <a:p>
            <a:pPr algn="l">
              <a:lnSpc>
                <a:spcPts val="5784"/>
              </a:lnSpc>
            </a:pPr>
            <a:r>
              <a:rPr lang="en-US" sz="4820" b="true">
                <a:solidFill>
                  <a:srgbClr val="FFFFFF"/>
                </a:solidFill>
                <a:latin typeface="Inter Bold"/>
                <a:ea typeface="Inter Bold"/>
                <a:cs typeface="Inter Bold"/>
                <a:sym typeface="Inter Bold"/>
              </a:rPr>
              <a:t>Project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DAHJSGtjEGs</dc:identifier>
  <dcterms:modified xsi:type="dcterms:W3CDTF">2011-08-01T06:04:30Z</dcterms:modified>
  <cp:revision>1</cp:revision>
  <dc:title>Network Project</dc:title>
</cp:coreProperties>
</file>